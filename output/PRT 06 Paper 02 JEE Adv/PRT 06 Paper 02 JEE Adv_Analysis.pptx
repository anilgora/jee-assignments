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Sheet1!$A$2:$A$19</c:f>
              <c:strCache>
                <c:ptCount val="1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3.0</c:v>
                </c:pt>
                <c:pt idx="5">
                  <c:v>2.0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2.0</c:v>
                </c:pt>
                <c:pt idx="11">
                  <c:v>1.0</c:v>
                </c:pt>
                <c:pt idx="12">
                  <c:v>3.0</c:v>
                </c:pt>
                <c:pt idx="13">
                  <c:v>4.0</c:v>
                </c:pt>
                <c:pt idx="14">
                  <c:v>3.0</c:v>
                </c:pt>
                <c:pt idx="15">
                  <c:v>3.0</c:v>
                </c:pt>
                <c:pt idx="16">
                  <c:v>4.0</c:v>
                </c:pt>
                <c:pt idx="17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Minor slip only: the PDF describes the discontinuities as $x=n+\frac1k$ for $k\in\mathbb Z,\ |k|\ge2$. Negative $k$ would give $x=n-\frac1{|k|}$, where $\{x\}=1-\frac1{|k|}$ and $f$ is continuous. The correct set is $x=n+\frac1m$ with integer $m\ge2$ (so $\frac1{\{x\}}=m$ is an integer). Statement (D) and the answer (A, C, D) are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Minor slip only: after proving (C) the PDF says 'Verification for $n=4$' but then verifies with $n=3$ (the question's option D is for $n=3$). The label should read $n=3$. All values ($A_3=20$, $B_3=30$, sum $50\neq60$) and the answer (A, B, C)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PRT 06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Paper 02 · JEE Adv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random variable following a binomial distribution with parameters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probability of success in a single trial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probability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 value greater than or equal to its expectation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random variable following a binomial distribution with 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probability of success in a single trial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probability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 value greater than or equal to its expectation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$\frac{328}{625}$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$\frac{216}{625}$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$\frac{297}{625}$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$\frac{343}{625}$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distribution: mean and variance, Probability of at least a given number of successes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1.6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an integer,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best found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$E[X]=1.6$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an integer,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$P(X\ge E[X])=P(X\ge2)$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best found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$1-P(0)-P(1)$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only non-negative integer values, so this is the same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$\mathrm{Var}(X)=np(1-p)$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$p=0.4=\frac25$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$1-p=\frac35$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$n\cdot\frac25\cdot\frac35=\frac{24}{25}\Rightarrow\frac{6n}{25}=\frac{24}{25}\Rightarrow 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$E[X]=np=4\times\frac25=1.6$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$P(X\ge1.6)$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only non-negative integer values, so this is the same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$P(X\ge2)=1-[P(X=0)+P(X=1)]$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625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correct option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$P(X=k)=\binom nk p^k(1-p)^{n-k}$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$P(X=0)=\binom40\left(\frac25\right)^0\left(\frac35\right)^4=\frac{81}{625}$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$P(X=1)=\binom41\left(\frac25\right)^1\left(\frac35\right)^3=4\times\frac25\times\frac{27}{125}=\frac{216}{625}$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$P(X\ge2)=1-\left(\frac{81}{625}+\frac{216}{625}\right)=1-\frac{297}{625}=\frac{328}{625}$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correct option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$\frac{328}{625}$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1.6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it is. Always round the mean up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numerators are the terms of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must add up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quick check on the arithmetic.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$X\sim B(n,p)$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$q=\frac{\mathrm{Var}}{\mathrm{mean}}$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$q=\frac{24/25}{1.6}=\frac35$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 E[X])$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$P(X\ge\lceil np\rceil)$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 np)$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it is. Always round the mean up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$P(X=k)=\binom nk a^k(b-a)^{n-k}/b^n$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numerators are the terms of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$(a+(b-a))^n$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must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$81+216+216+96+16=625$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quick check on the arithmetic.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observations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mean and variance of the observations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constant)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$x_1,x_2,\dots,x_{20}$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observations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$\sum_{i=1}^{20}(x_i-2)^2=100$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$\sum_{i=1}^{20}(x_i-4)^2=180$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mean and variance of the observations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$y_1,\dots,y_{20}$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$y_i=3x_i+k$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constant)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$\mu^2+\sigma^2=46$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and variance of grouped observations, Effect of a linear change of variable on mean and variance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two given sums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two given sums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$\mu=3\bar x+k$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$\sigma^2=9\,\mathrm{Var}(x)$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$\mu^2+\sigma^2=46$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mean is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x_i^2-4\sum x_i+80=100\Rightarrow\sum x_i^2-4\sum x_i=20$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x_i^2-8\sum x_i+320=180\Rightarrow\sum x_i^2-8\sum x_i=-140$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$4\sum x_i=160\Rightarrow\sum x_i=40$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x=\frac{40}{20}=2$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x_i^2-160=20\Rightarrow\sum x_i^2=180$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$\mathrm{Var}(x)=\frac{\sum x_i^2}{20}-\bar x^2=\frac{180}{20}-2^2=9-4=5$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new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new variance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correct option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$y_i=3x_i+k$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new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$\mu=3\bar x+k=6+k$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new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$\sigma^2=3^2\cdot\mathrm{Var}(x)=9\times5=45$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$\mu^2+\sigma^2=46\Rightarrow(6+k)^2+45=46\Rightarrow(6+k)^2=1$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$6+k=-1$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$(-5)+(-7)=-12$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correct option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mean of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shift the origin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raw second moment in one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$\mu^2+\sigma^2$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mean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$y_i^2$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shift the origin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$u_i=x_i-3$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raw second moment in one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data,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of squares). So the condition says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data,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$\mu^2+\sigma^2=\frac1{20}\sum y_i^2$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of squares). So the condition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y_i^2=920$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$u_i=x_i-3$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$\sum(x_i-2)^2=\sum(u_i+1)^2=100$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$\sum(x_i-4)^2=\sum(u_i-1)^2=180$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$2\sum u_i^2+40=280\Rightarrow\sum u_i^2=120$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$4\sum u_i=-80\Rightarrow\sum u_i=-20$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this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of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$y_i=3u_i+m$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$m=9+k$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y_i^2=9(120)+6m(-20)+20m^2=1080-120m+20m^2$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this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$20m^2-120m+160=0\Rightarrow m^2-6m+8=0\Rightarrow 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$k=m-9=-7$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of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ba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of the squares). Conditions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conditions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 shift of origin handles easily.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sums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their difference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Choosing the midpoint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origin makes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out from a sum and a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minimum of this sum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given (check).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changes the variance, only the mean.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$\mu^2+\sigma^2=\overline{y^2}$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of the squares). Conditions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$\mu^2+\sigma^2$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conditions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y_i^2$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 shift of origin handles easily.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their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$-2(a-b)\sum x_i+n(a^2-b^2)$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Choosing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origin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u_i$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u_i^2$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out from a sum and a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$\sum(x_i-a)^2=n\,[\mathrm{Var}+(\bar x-a)^2]$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minimum of this sum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$a=\bar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$\sum(x_i-2)^2=20\cdot5=100$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given (check).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$\mathrm{Var}(ax+k)=a^2\mathrm{Var}(x)$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shift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changes the variance, only the mean.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 numbers such that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$\lim_{x\to0}\frac{\sin(ax)-\ln(1+bx)}{x^2}=2$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$f(x)=\tan^{-1}\left(\frac{\sqrt{1+x^a}-1}{x^{b-1}}\right)$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Evaluation of limits using series expansions, Simplification of inverse trigonometric expressions, Derivative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$\frac{\sqrt{1+x^2}-1}{x}=\frac{\sec\theta-1}{\tan\theta}=\tan\frac\theta2$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$f(x)=\frac12\tan^{-1}x$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limit to exist and be finite,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$\sin(ax)=ax-\frac{a^3x^3}6+\dots$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$\ln(1+bx)=bx-\frac{b^2x^2}2+\frac{b^3x^3}3-\dots$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$=(a-b)x+\frac{b^2}2x^2-\left(\frac{a^3}6+\frac{b^3}3\right)x^3+\dots$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limit to exist and be finite,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$a-b=0\Rightarrow 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$\frac{b^2}2=2\Rightarrow b^2=4\Rightarrow 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$a=2,\ 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correct option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$f(x)=\tan^{-1}\left(\frac{\sqrt{1+x^2}-1}{x}\right)$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$\frac{\sqrt{1+x^2}-1}{x}=\frac{\sec\theta-1}{\tan\theta}=\frac{1-\cos\theta}{\sin\theta}=\tan\frac\theta2$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$f(x)=\tan^{-1}\left(\tan\frac\theta2\right)=\frac\theta2=\frac12\tan^{-1}x$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$\frac\theta2\in\left(0,\frac\pi4\right)$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$f'(x)=\frac1{2(1+x^2)}$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$f'(1)=\frac1{2\cdot2}=\frac14$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correct option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L'Hospital's rule twice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quotient rule, with no half-angle substitution.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L'Hospital's rule twice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quotient rule, with no half-angle substitution.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quotient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L'Hospital differentiate numerator and denominator: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denominator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a finite limit the numerator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Still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differentiate again: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quotient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L'Hospital differentiate numerator and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$\frac{a\cos ax-\frac{b}{1+bx}}{2x}$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denominator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a finite limit the numerator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Still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$\frac{-a^2\sin ax+\frac{b^2}{(1+bx)^2}}2\to\frac{b^2}2=2$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$h(x)=\frac{\sqrt{1+x^2}-1}{x}$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$h'=\frac{x\cdot\frac xs-(s-1)}{x^2}=\frac{1-\frac1s}{x^2}$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$\frac{x^2}s-s=-\frac1s$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$h'=1-\frac1{\sqrt2}=\frac{\sqrt2-1}{\sqrt2}$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$1+h^2=4-2\sqrt2=2\sqrt2(\sqrt2-1)$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$f'(1)=\frac{h'}{1+h^2}=\frac{(\sqrt2-1)/\sqrt2}{2\sqrt2(\sqrt2-1)}=\frac1{2\sqrt2\cdot\sqrt2}=\frac14$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that must be finite at an order: match coefficients in order.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answer is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enters).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(half-angle formula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Recognise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(extend by oddness),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that must be finite at an order: match coefficients in order.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ax-\ln(1+bx)}{x^2}$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answer is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$\frac{a^3}{6}x^3$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enters).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$\frac{\sqrt{1+x^2}-1}{x}=\tan\left(\frac12\tan^{-1}x\right)$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(half-angle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$\tan\frac\theta2=\frac{\sec\theta-1}{\tan\theta}$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$\tan^{-1}\frac{\sqrt{1+x^2}-1}{x}=\frac12\tan^{-1}x$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(extend by oddness),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$\frac{d}{dx}\frac12\tan^{-1}x=\frac1{2(1+x^2)}$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numbers that can be formed using the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repetition such that the product of any two consecutive digits is even,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2544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numbers that can be formed using the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$1,2,3,4,5,6,7,8$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repetition such that the product of any two consecutive digits is even,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$2544$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Arrangements with restrictions: no two objects adjacent (gap method), Counting numbers formed from digits without repetition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product of consecutive digits is even exactly when no two odd digits are adjacent: place the even digits first and put the odd digits in the gaps.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two consecutive digits is even iff at least one is even, i.e. no two odd digits are adjacent.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digits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digits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digits (4 odd digits would force adjacency).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 (3 odd, 2 even): the pattern must be O-E-O-E-O.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two consecutive digits is even iff at least one is even, i.e. no two odd digits are adjacent.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$\{1,3,5,7\}$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$\{2,4,6,8\}$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digits (4 odd digits would force adjacency).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 (3 odd, 2 even): the pattern must be O-E-O-E-O.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$=\binom43\binom42\times3!\times2!=4\times6\times6\times2=288$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(2 odd, 3 even): choose and arrange the evens: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They create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 for the odd digits, choose and arrange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digits in them: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for this case: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(2 odd, 3 even): choose and arrange the evens: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$\binom43\times3!=24$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They create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 for the odd digits, choose and arrange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digits in them: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$\binom42\times\binom42\times2!=6\times6\times2=72$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for this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$24\times72=1728$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 (1 odd, 4 even): arrange the evens: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creating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gap and the odd digit: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 Total for this case: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cases: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correct option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 (1 odd, 4 even): arrange the evens: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$\binom44\times4!=24$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creating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gap and the odd digit: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$5\times\binom41=20$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 Total for this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$24\times20=480$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cases: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$288+1728+480=2496$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correct option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2496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$2496$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the pattern of positions first (which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places hold odd digits, no two adjacent), then fill the odd and even places with ordered selections.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the pattern of positions first (which of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places hold odd digits, no two adjacent), then fill the odd and even places with ordered selections.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Subsets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positions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row with no two adjacent can be chosen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places get an ordered selection of odd digits: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 get ordered even digits: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positions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row with no two adjacent can be chosen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$\binom{6-j}{j}$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$j=1:\ 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$j=2:\ 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$j=3:\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places get an ordered selection of odd digits: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 get ordered even digits: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$P(4,5-j)$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$5\times4\times P(4,4)=5\times4\times24=480$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$6\times P(4,2)\times P(4,3)=6\times12\times24=1728$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 P(4,3)\times P(4,2)=24\times12=288$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$=480+1728+288=2496$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2496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$2496$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non-adjacent positions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row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(bijection: shift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chosen position left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Gap method: arrange the unrestricted objects first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gaps), then put the restricted ones in distinct gaps; arrangements of the restricted ones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they are distinct.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non-adjacent positions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$\binom{n-j+1}{j}$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(bijection: shift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chosen position left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Gap method: arrange the unrestricted objects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gaps), then put the restricted ones in distinct gaps; arrangements of the restricted ones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they are distinct.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'product is even', 'sum is odd' or 'no two of a kind adjacent' condition on digits reduces to a pattern of two classes (odd/even) with no two of the bad class adjacent.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digits the number of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words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'product is even', 'sum is odd' or 'no two of a kind adjacent' condition on digits reduces to a pattern of two classes (odd/even) with no two of the bad class adjacent.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digits the number of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words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$\frac{2496}{6720}=\frac{13}{35}$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$P(8,5)=6720$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0402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nary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inverse trigonometric functions assume their principal values.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local minima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distinct real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distinct real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0402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$f(x)=\left(\lim_{n\to\infty}\sum_{k=1}^n\tan^{-1}\left(\frac{2x}{x^2+4k^2-1}\right)\right)+\cos^{-1}\left(\frac{1-x^2}{1+x^2}\right)$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inverse trigonometric functions assume their principal values.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local minima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distinct real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distinct real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trigonometric functions: telescoping series and principal values, Continuity and differentiability of a piecewise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(telescoping), so the series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$\tan^{-1}\frac{2k+1}x-\tan^{-1}\frac{2k-1}x$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(telescoping), so the series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$f=\tan^{-1}x+2|\tan^{-1}x|$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each term as a difference: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$S(x)=\lim_{n\to\infty}\sum_{k=1}^n\tan^{-1}\left(\frac{2x}{x^2+4k^2-1}\right)$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each term as a difference: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$\tan^{-1}\frac{\frac{2k+1}x-\frac{2k-1}x}{1+\frac{2k+1}x\cdot\frac{2k-1}x}=\tan^{-1}\frac{2k+1}x-\tan^{-1}\frac{2k-1}x$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telescopes: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an odd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telescopes: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$S_n(x)=\tan^{-1}\frac{2n+1}x-\tan^{-1}\frac1x$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$S(x)=\frac\pi2-\tan^{-1}\frac1x=\tan^{-1}x$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an odd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$S(x)=\tan^{-1}x$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$g(x)=\cos^{-1}\frac{1-x^2}{1+x^2}=2\tan^{-1}x$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rises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asymptote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rises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the asymptote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falls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origin. From it: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 one-sided slopes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local (indeed global) minimum: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one root;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one root (as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Exactly two roots: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rises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asymptote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rises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the asymptote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falls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origin. From it: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 one-sided slopes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local (indeed global) minimum: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$3\tan^{-1}x=\frac\pi3$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one root;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$-\tan^{-1}x=\frac\pi3$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one root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Exactly two roots: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root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would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never attained (it is only the limit). So exactly one root: FALSE. Correct options: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root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$-\tan^{-1}x=\frac\pi2$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never attained (it is only the limit). So exactly one root: FALSE. Correct options: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piecewise-linear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statements can be read off without a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$\theta=\tan^{-1}x\in\left(-\frac\pi2,\frac\pi2\right)$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piecewise-linear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statements can be read off without a graph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telescoping,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strictly increasing bijection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smooth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continuous everywhere, with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telescoping,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$f=\theta+2|\theta|$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strictly increasing bijection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R\to\left(-\frac\pi2,\frac\pi2\right)$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smooth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$\frac{d\theta}{dx}=1$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$f=h(\theta)$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$h(\theta)=3\theta$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continuous everywhere, with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$\frac{d\theta}{dx}=1$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minimum.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(always true here),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solutions (C true).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the open interval, so only one solution (D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$h(\theta)\ge0$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minimum.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$h(\theta)=c$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 c3\in\left(0,\frac\pi2\right)$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(always true here),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$\theta=-c\in\left(-\frac\pi2,0\right)$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$c=\frac\pi3&lt;\frac\pi2$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solutions (C true).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the open interval, so only one solution (D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 tangent: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Recognise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summing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values);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function with an open asymptotic range on one side: the endpoint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branch is never attained, so check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a limiting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 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$\tan^{-1}\frac{u-v}{1+uv}=\tan^{-1}u-\tan^{-1}v$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$\frac{2x}{x^2+4k^2-1}$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$\frac{(2k+1)/x-(2k-1)/x}{1+(4k^2-1)/x^2}$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$\sum_{k=1}^{\infty}\tan^{-1}\frac{2x}{x^2+4k^2-1}=\tan^{-1}x$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$\tan^{-1}\frac{2}{4k^2}$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summing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$\cos^{-1}\frac{1-x^2}{1+x^2}=2\tan^{-1}|x|$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values);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$\sin^{-1}\frac{2x}{1+x^2}=2\tan^{-1}x$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function with an open asymptotic range on one side: the endpoint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branch is never attained, so check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a limiting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40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discrete random variable taking values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that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probability mass function is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constants. If the mean (expectation)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variance of the random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40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discrete random variable taking values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that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probability mass function is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$P(X=k)=a+bk$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constants. If the mean (expectation)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$P(X\ge2)=\frac7{10}$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$P(X\text{ is odd}\mid X\ge1)=\frac23$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variance of the random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distribution of a discrete random variable, Mean and variance of a discrete random variable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conditions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conditions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P=1$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$E[X]=2$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$a=b=\frac1{10}$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$P(X=k)=\frac{k+1}{10}$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$\sum_{k=0}^3P(X=k)=1\Rightarrow a+(a+b)+(a+2b)+(a+3b)=1\Rightarrow4a+6b=1$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$E[X]=\sum kP(X=k)=2\Rightarrow0\cdot a+1(a+b)+2(a+2b)+3(a+3b)=2\Rightarrow6a+14b=2\Rightarrow3a+7b=1$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$2a+3b=0.5$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$6a+9b=1.5$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$6a+14b=2$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$5b=0.5\Rightarrow b=\frac1{10}$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$3a+\frac7{10}=1\Rightarrow a=\frac1{10}$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$P(X=0,1,2,3)=\frac1{10},\frac2{10},\frac3{10},\frac4{10}$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$P(X\ge2)=\frac3{10}+\frac4{10}=\frac7{10}$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$E[X^2]=0+\frac2{10}+\frac{12}{10}+\frac{36}{10}=\frac{50}{10}=5$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$\mathrm{Var}(X)=5-2^2=1$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𝑜𝑟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 Correct options: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$P(X\text{ is odd}\mid X\ge1)=\frac{P(X=1\text{ or }3)}{1-P(X=0)}=\frac{\frac2{10}+\frac4{10}}{\frac9{10}}=\frac69=\frac23$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$\mathrm{Var}(2X+3)=2^2\mathrm{Var}(X)=4\ne5$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 Correct options: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the values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1.5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mean condition isolates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and variance about the known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direct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the values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$1.5$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$\sum(k-1.5)=0$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mean condition isolates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and variance about the known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direct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average probability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p_k=1$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$4a+6b=1$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average probability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$a+1.5b=\frac14$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$E[X]-1.5=\sum(k-1.5)(a+bk)=a\sum(k-1.5)+b\sum k(k-1.5)=0+b\sum(k-1.5)^2$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$\sum(k-1.5)=0$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$\sum(k-1.5)k=\sum(k-1.5)^2$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$\sum_{k=0}^3(k-1.5)^2=2.25+0.25+0.25+2.25=5$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$0.5=5b$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$a=\frac14-1.5b=\frac1{10}$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about the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true and (D)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(A), (C) follow as before: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about the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$\mathrm{Var}=\sum(k-2)^2p_k=4\cdot0.1+1\cdot0.2+0\cdot0.3+1\cdot0.4=1$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true and (D)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$4\ne5$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(A), (C) follow as before: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$P(X\ge2)=0.7$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$\frac{0.2+0.4}{0.9}=\frac23$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pmf that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arithmetic list of values: shift to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support so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 about the known mean: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computing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subtracting.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additive constant never affects the variance.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probability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pmf that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arithmetic list of values: shift to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support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$\sum(k-c)=0$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$E[X]-c=b\sum(k-c)^2$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 about the known 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$\mathrm{Var}(X)=\sum(k-\mu)^2p_k$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computing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subtracting.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$\mathrm{Var}(aX+c)=a^2\mathrm{Var}(X)$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$E[aX+c]=aE[X]+c$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additive constant never affects the variance.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probability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$1-P(X=0)$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4670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periodic function defined by: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another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set of points of discontinuity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identical to the set of points of discontinuity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4670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periodic function defined by: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$f(x)=\{x\}\left[\frac1{\{x\}}\right]$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another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$g(x)=\sin^2(\pi x)f(x)$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Z$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Z$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$g'(n)=0$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Z$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set of points of discontinuity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identical to the set of points of discontinuity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functions involving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Periodic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functions involving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Periodic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every integer; but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oscillates,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differentiable there, while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damps this out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$t=\{x\}$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$1-t&lt;t\lfloor 1/t\rfloor\le1$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every integer; but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$\frac{f(x)-1}{x}=-\{1/x\}$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oscillates,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differentiable there,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$\sin^2(\pi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damps this out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periodic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enough to study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Right-hand limit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squeeze gives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periodic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enough to study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Right-hand limit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$\lim_{x\to0^+}x\left[\frac1x\right]$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$\frac1x-1&lt;\left[\frac1x\right]\le\frac1x$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squeeze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both one-sided limits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periodicity at every integer.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oscillates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infinitely often, so the limit does not exist.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the integers. (B)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$1-t\in\left(\frac12,1\right)$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$\left[\frac1{1-t}\right]=1$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$\lim_{x\to0^-}f(x)=\lim_{t\to0^+}(1-t)\cdot1=1$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both one-sided limits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periodicity at every integer.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$\frac{f(x)-f(0)}{x-0}=\frac{x\left[\frac1x\right]-1}x=\left[\frac1x\right]-\frac1x=-\left\{\frac1x\right\}$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$\left\{\frac1x\right\}$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oscillates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infinitely often, so the limit does not exist.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the integers. (B)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$g'(n)=\lim_{x\to n}\frac{\sin^2(\pi x)f(x)-0}{x-n}=\lim\left(\frac{\sin\pi x}{x-n}\right)\sin(\pi x)f(x)$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$\frac{\sin\pi x}{x-n}\to\pi(-1)^n$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$\sin(\pi x)\to0$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$g'(n)=0$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the non-integer points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jumps). At these points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jumps remain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at all integers and at all other points, so their sets of discontinuity coincide. (D) TRUE. Correct options: (A),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the non-integer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$x=n+\frac1m$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jumps). At these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$\sin^2(\pi x)\ne0$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jumps remain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at all integers and at all other points, so their sets of discontinuity coincide. (D) TRUE. Correct options: (A),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sandwich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continuity and to disprove differentiability along two explicit sequences;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sandwich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$1-t&lt;f\le1$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continuity and to disprove differentiability along two explicit sequences;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$|g|\le\sin^2(\pi x)=O((x-n)^2)$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either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bound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integers, (A)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$t=\{x\}\in(0,1)$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$\frac1t-1&lt;\left[\frac1t\right]\le\frac1t$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$1-t&lt;f(x)\le1$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either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$\left[\frac1t\right]=1$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$f=t\to1$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bound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integers, (A)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sequences give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derivative does not exist. (B)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$x_m=\frac1m\to0^+$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$f(x_m)=1$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$\frac{f(x_m)-1}{x_m}=0$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$x'_m=\frac1{m+1/2}$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$\left[\frac1{x'_m}\right]=m$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 m{m+1/2}$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$\frac{f-1}{x'_m}=-\frac{1/2}{m+1/2}\cdot(m+\frac12)=-\frac12$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sequences give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derivative does not exist. (B)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 the integers: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a point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So the discontinuity sets agree. (D)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$|g(x)-g(n)|=\sin^2(\pi x)f(x)\le\sin^2(\pi x)\le\pi^2(x-n)^2$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$\left|\frac{g(x)-g(n)}{x-n}\right|\le\pi^2|x-n|\to0$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$g'(n)=0$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$g=\sin^2(\pi x)\cdot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$\sin^2(\pi 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 the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a point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So the discontinuity sets agree. (D)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two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 a jump at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derivative that is the fractional part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settles. Typical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$f(x)=t\lfloor1/t\rfloor$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$1-t&lt;f\le1$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$f=\frac{m-1}{m}$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two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 a jump at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$\frac{f(x)-f(0)}{x}=-\left\{\frac1x\right\}$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derivative that is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settles. Typical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$x\left[\frac1x\right]$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factor like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repairs differentiability but not a jump at other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exactly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is;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only remove discontinuities at those zeros.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$\varphi(x)=O((x-n)^2)$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factor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$(x-n)^2$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repairs differentiability but not a jump at other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exactly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is;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only remove discontinuities at those zeros.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222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A box contains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balls, of which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red,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green,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blue. Three balls are drawn from the box sequentially, one by one, without replacement.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event that at least one red ball is drawn in the first two draws.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event that at least one green ball is drawn in the second and third draws.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event that at least one blue ball is drawn in the first and third draws. Which of the following statements is (are)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 probability that at least one of the three events occurs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The probability that all three events occur simultaneously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conditional probability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 probability that exactly one of the three events occurs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222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A box contains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balls, of which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red,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green,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are blue. Three balls are drawn from the box sequentially, one by one, without replacement.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event that at least one red ball is drawn in the first two draws.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event that at least one green ball is drawn in the second and third draws.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event that at least one blue ball is drawn in the first and third draws. Which of the following statements is (are)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 probability that at least one of the three events occurs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$\frac{53}{56}$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The probability that all three events occur simultaneously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$\frac3{28}$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conditional probability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$P(E_1\mid E_2)$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$\frac{17}{35}$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 probability that exactly one of the three events occurs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of events in draws without replacement: union and intersection of events, Conditional probability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None of the events occurs only for the colour order green, blue, red; and by symmetry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equal, so inclusion-exclusion yields every statement.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None of the events occurs only for the colour order green, blue, red; and by symmetry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$P(E_i)=\frac7{12}$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$P(E_i\cap E_j)$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equal, so inclusion-exclusion yields every statement.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ordered draws: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ordered draws: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$n(S)=9\times8\times7=504$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draws 1,2 are not red;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draws 2,3 are not green;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draws 1,3 are not blue. This forces the colour order Green, Blue, 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occur: if the first ball is red, then the third must be blue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second green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RGB. If the first is not red, the second must be red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third green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first blue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BRG.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$E_1,E_2,E_3$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draws 1,2 are not red;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draws 2,3 are not green;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draws 1,3 are not blue. This forces the colour order Green, Blue, 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$P(GBR)=\frac39\times\frac38\times\frac37=\frac{27}{504}=\frac3{56}$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$P(E_1\cup E_2\cup E_3)=1-\frac3{56}=\frac{53}{56}$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occur: if the first ball is red, then the third must be blue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second green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RGB. If the first is not red, the second must be red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third green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first blue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BRG.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$=27+27=54$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E_2\cap E_3)=\frac{54}{504}=\frac3{28}$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Inclusion-exclusion with equal pair intersections: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$P(E_1)=P(E_2)=P(E_3)$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$P(E_1^c)=\frac69\times\frac58=\frac5{12}$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$P(E_i)=\frac7{12}$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Inclusion-exclusion with equal pair intersections: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$\frac{53}{56}=3\left(\frac7{12}\right)-3P(E_1\cap E_2)+\frac6{56}$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$3P(E_1\cap E_2)=\frac74+\frac6{56}-\frac{53}{56}=\frac{98+6-53}{56}=\frac{51}{56}$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E_2)=\frac{17}{56}$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$P(E_1\mid E_2)=\frac{17/56}{7/12}=\frac{17}{56}\times\frac{12}7=\frac{51}{98}\ne\frac{17}{35}$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𝑜𝑛𝑒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TRUE. Correct options: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$P(\text{exactly one})=\sum P(E_i)-2\sum P(E_i\cap E_j)+3P(E_1\cap E_2\cap E_3)=\frac74-\frac{102}{56}+\frac{18}{56}=\frac{98-102+18}{56}=\frac{14}{56}=\frac14$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TRUE. Correct options: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(without assuming symmetry) by forcing the second ball blue in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get 'exactly one' as union minus 'at least two'.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$P(E_1\cap E_2)$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(without assuming symmetry) by forcing the second ball blue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$E_1^c\cap E_2^c$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get 'exactly one' as union minus 'at least two'.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draws 1,2 are not red and draws 2,3 are not green, so draw 2 must be blue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draw 2 is blue, the other two draws come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green,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blue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balls): need draw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draw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Ordered pairs: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$E_1^c\cap E_2^c$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draws 1,2 are not red and draws 2,3 are not green, so draw 2 must be blue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draw 2 is blue, the other two draws come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green,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balls): need draw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$\in\{G,B\}$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draw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$\in\{R,B\}$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Ordered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$(G,R):9$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$(G,B):6$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$(B,R):6$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$(B,B):2$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$8\cdot7=56$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$P(E_1^c\cap E_2^c)=\frac13\cdot\frac{23}{56}=\frac{23}{168}$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the value used above;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pair-intersections are cyclically alike (a rotation of positions together with a rotation of colours maps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E_2)=1-P(E_1^c)-P(E_2^c)+P(E_1^c\cap E_2^c)=1-\frac5{12}-\frac5{12}+\frac{23}{168}=\frac{28+23}{168}=\frac{17}{56}$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the value used above;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$P(E_1\mid E_2)=\frac{17/56}{7/12}=\frac{51}{98}$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pair-intersections are cyclically alike (a rotation of positions together with a rotation of colours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$E_1\to E_2\to 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P(E_i\cap E_j)=\frac{51}{56}$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least two events: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𝑎𝑡 𝑙𝑒𝑎𝑠𝑡 𝑡𝑤𝑜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least two events: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P(E_i\cap E_j)-2P(E_1\cap E_2\cap E_3)=\frac{51}{56}-\frac{12}{56}=\frac{39}{56}$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$=P(\cup)-P(\text{at least two})=\frac{53}{56}-\frac{39}{56}=\frac{14}{56}=\frac14$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least one of several events' is cleanest through the complement; here the three conditions on three positions pin a unique colour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events: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𝑎𝑡 𝑙𝑒𝑎𝑠𝑡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least one of several events' is cleanest through the complement; here the three conditions on three positions pin a unique colour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three events: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$P(\text{exactly }1)=\sum P_i-2\sum P_{ij}+3P_{123}$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$P(\text{at least }2)=\sum P_{ij}-2P_{123}$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$P(\text{exactly }2)=\sum P_{ij}-3P_{123}$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Sequential draws without replacement are exchangeable: any fixed set of positions has the same probability pattern, so symmetry (including cyclic symmetry of colours and positions) can replace repeated computation. Always state which symmetry is used.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Conditional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should be compared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less likely.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Sequential draws without replacement are exchangeable: any fixed set of positions has the same probability pattern, so symmetry (including cyclic symmetry of colours and positions) can replace repeated computation. Always state which symmetry is used.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Conditional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$P(E_1\mid E_2)=\frac{P(E_1\cap E_2)}{P(E_2)}$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should be compared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$P(E_1)=\frac7{12}=\frac{49}{84}$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$\frac{51}{98}\approx0.52&lt;0.58$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less likely.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651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a collection of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letters consisting of four identical copies of 'A', four identical copies of 'B', and four identical copies of 'C'. Let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the total number of unique linear arrangements of these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letters. Which of the following statements is (are) TRUE?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The number of arrangements in which no two 'A's are adjacent is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8820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The number of arrangements that form a palindrome (read the same from left to right as from right to left) is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The number of arrangements in which all identical copies of at least one type of letter are together is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1890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The number of arrangements in which all 'A's are together but no two 'B's are adjacent is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651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a collection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letters consisting of four identical copies of 'A', four identical copies of 'B', and four identical copies of 'C'. Let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the total number of unique linear arrangements of these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letters. Which of the following statements is (are) TRUE?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The number of arrangements in which no two 'A's are adjacent is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$8820$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The number of arrangements that form a palindrome (read the same from left to right as from right to left) is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The number of arrangements in which all identical copies of at least one type of letter are together is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$1890$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The number of arrangements in which all 'A's are together but no two 'B's are adjacent is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Permutations of identical objects: arrangements with restrictions, Gap method, palindromic arrangements and inclusion-exclusion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Gap method for (A) and (D), the first half fixes the second half in a palindrome (B), and inclusion-exclusion over three blocks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1806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(C),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1890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Gap method for (A) and (D), the first half fixes the second half in a palindrome (B), and inclusion-exclusion over three blocks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$1806$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(C), not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$1890$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34650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$N=\frac{12!}{4!4!4!}=34650$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two A's adjacent: arrange the four B's and four C's first,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 They leave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gaps;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for the A's: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Palindrome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 determine the last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letter must appear twice in the first half.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sets where all A's, all B's, all C's are together.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(A-block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B's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C's); similarly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two A's adjacent: arrange the four B's and four C's first,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$\frac{8!}{4!4!}=70$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 They leave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gaps;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for the A's: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$\binom94=126$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$=70\times126=8820$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Palindrome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places determine the last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letter must appear twice in the first half.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$=\frac{6!}{2!2!2!}=\frac{720}8=90$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sets where all A's, all B's, all C's are together.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$n(X)=\frac{9!}{4!4!}=630$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(A-block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B's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C's);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$n(Y)=n(Z)=630$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(A-block, B-block,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C's), and the same for the other pairs;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All A's together form one block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Arrange the block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C's: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creating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 for the four B's: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TRUE. Correct options: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$n(X\cap Y)=\frac{6!}{4!}=30$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(A-block, B-block,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C's), and the same for the other pairs;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$n(X\cap Y\cap Z)=3!=6$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$n(X\cup Y\cup Z)=3(630)-3(30)+6=1890-90+6=1806\ne1890$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All A's together form one block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$AAAA$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Arrange the block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C's: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$\frac{5!}{1!4!}=5$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creating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 for the four B's: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$\binom64=15$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$=5\times15=75$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TRUE. Correct options: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Non-adjacent identical objects: place the other objects first, then choose gaps: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 items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others. Same as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positions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palindrome of even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half is any arrangement with exactly half of each letter's copies (all multiplicities must be even); count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Non-adjacent identical objects: place the other objects first, then choose gaps: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$\binom{m+1}{j}$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 items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others. Same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$\binom{n-j+1}{j}$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positions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palindrome of even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half is any arrangement with exactly half of each letter's copies (all multiplicities must be even); count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$\frac{m!}{\prod(c_i/2)!}$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least one type together' is a union: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gluing each chosen type into a single block. A near-miss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first term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gap formula: arrangements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A's,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B's,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C's with no two A's adjacent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with two copies of each letter: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least one type together' is a union: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$|X\cup Y\cup Z|=\sum|X|-\sum|X\cap Y|+|X\cap Y\cap 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gluing each chosen type into a single block. A near-miss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$1890=3\times630$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first term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gap formula: arrangements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A's,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B's,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C's with no two A's adjacent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$=\frac{(n_B+n_C)!}{n_B!\,n_C!}\binom{n_B+n_C+1}{n_A}$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with two copies of each letter: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$6\times\binom52=60$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 integer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following summations involving the binomial coefficients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 integer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following summations involving the binomial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$A_n=\sum_{r=0}^n\binom nr^2$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$B_n=\sum_{r=1}^nr\binom nr^2$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$C_n=\sum_{r=1}^nr^2\binom nr^2$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$B_n=\frac n2A_n$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$C_n=n^2\binom{2n-2}{n-1}$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$\frac{C_n}{B_n}=\frac{n^2}{2n-1}$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$A_3+B_3=60$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coefficient identities: sums of squares and weighted sums, Vandermonde's identity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coefficient identities: sums of squares and weighted sums, Vandermonde's identity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$r\binom nr=n\binom{n-1}{r-1}$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(Vandermonde),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$A_n=\binom{2n}{n}$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(Vandermonde),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$B_n=nA_n-B_n$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$r\to n-r$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$r\binom nr=n\binom{n-1}{r-1}$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$n^2\binom{2n-2}{n-1}$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nr=\binom n{n-r}$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$A_n=\sum_{r=0}^n\binom nr\binom n{n-r}=\binom{2n}n$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$B_n=\sum_{r=0}^n(n-r)\binom n{n-r}^2=\sum n\binom nr^2-\sum r\binom nr^2=nA_n-B_n$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ratio use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FALSE. Correct options: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$2B_n=nA_n$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$B_n=\frac n2A_n$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$r\binom nr=n\binom{n-1}{r-1}$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$C_n=\sum_{r=1}^n\left[n\binom{n-1}{r-1}\right]^2=n^2\sum_{r=1}^n\binom{n-1}{r-1}^2=n^2\binom{2n-2}{n-1}$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ratio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$\binom{2n-2}{n-1}=\frac n{2(2n-1)}\binom{2n}n$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$C_n=n^2\cdot\frac n{2(2n-1)}\binom{2n}n=\frac{n^3}{2(2n-1)}A_n$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$\frac{C_n}{B_n}=\frac{\frac{n^3}{2(2n-1)}A_n}{\frac n2A_n}=\frac{n^2}{2n-1}$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$A_3=\binom63=20$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$B_3=\frac32A_3=30$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$A_3+B_3=50\ne60$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FALSE. Correct options: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committees in two ways: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people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women with a marked woman, or a marked woman and a marked man, so each sum becomes a single binomial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committees in two ways: choose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people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women with a marked woman, or a marked woman and a marked man, so each sum becomes a single binomial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ways to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such committees with one woman marked as 'captain'. Choose the captain first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ways);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members come from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$A_n=\sum\binom nr\binom n{n-r}$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ways to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$A_n=\binom{2n}n$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$B_n=\sum r\binom nr\binom n{n-r}$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such committees with one woman marked as 'captain'. Choose the captain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ways);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members come from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$B_n=n\binom{2n-1}{n-1}$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$\binom{2n-1}{n-1}=\frac12\binom{2n}n$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$B_n=\frac n2\binom{2n}n=\frac n2A_n$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 with a captain among each. Choose the two captains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ways); the rest are equal-size subsets of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$C_n=\sum r^2\binom nr\binom nr$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 with a captain among each. Choose the two captains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$n\cdot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ways); the rest are equal-size subsets of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$\sum_j\binom{n-1}j^2=\binom{2n-2}{n-1}$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$C_n=n^2\binom{2n-2}{n-1}$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$\frac{C_n}{B_n}=\frac{n^2\binom{2n-2}{n-1}}{n\binom{2n-1}{n-1}}=n\cdot\frac{\binom{2n-2}{n-1}}{\binom{2n-1}{n-1}}=n\cdot\frac{n}{2n-1}=\frac{n^2}{2n-1}$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$\binom{2n-1}{n-1}=\frac{2n-1}n\binom{2n-2}{n-1}$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$B_3=3\binom52=30$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$50\ne60$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Sums with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reflect Vandermonde: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weights, mark one or two people and reduce 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reflection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gives the mean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symmetric weight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probability distribution,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mean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second moment.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reflect Vandermonde: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$\sum\binom nr\binom n{n-r}=\binom{2n}n$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weights, mark one or two people and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$\binom{2n-1}{n-1}$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$\binom{2n-2}{n-1}$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reflection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 n-r$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r\,a_r$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$n\sum a_r-\sum r\,a_r$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$a_r=a_{n-r}$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gives the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 ra_r}{\sum a_r}=\frac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symmetric weight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$r\binom nr=n\binom{n-1}{r-1}$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$\binom{2n-2}{n-1}=\frac n{2(2n-1)}\binom{2n}n$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r^2\binom nr^2=n^2\binom{2n-2}{n-1}$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$0+4+4=8=4\cdot2$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$p_r=\binom nr^2/A_n$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probability distribution,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$B_n/A_n=\frac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mean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$C_n/A_n=\frac{n^3}{2(2n-1)}$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second moment.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3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03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characterizations/expressions in List-I with their corresponding values in List-II.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List-I: (A)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is; (B) The number of ways to arrange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identical red balls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identical black balls in a row such that no two black balls are adjacent is; (C) The number of strictly increasing sequences of length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chosen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is; (D) The number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-digit numbers that can be formed using the digits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without repetition such that the number is divisible by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List-II: (P)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(Q)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(R)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(S)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(T)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Choose the correct option: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A→Q, B→R, C→T, D→S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A→P, B→R, C→S, D→T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A→Q, B→P, C→T, D→S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A→P, B→Q, C→R, D→S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03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characterizations/expressions in List-I with their corresponding values in List-II.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List-I: (A) The coefficient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$(1+x+2x^2)^4$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is; (B) The number of ways to arrange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identical red balls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identical black balls in a row such that no two black balls are adjacent is; (C) The number of strictly increasing sequences of length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chosen from the set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$\{1,2,3,4,5,6,7\}$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is; (D) The number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-digit numbers that can be formed using the digits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$1,2,3,4,5$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without repetition such that the number is divisible by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List-II: (P)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(Q)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(R)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(S)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(T)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Choose the correct option: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A→Q, B→R, C→T, D→S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A→P, B→R, C→S, D→T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A→Q, B→P, C→T, D→S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A→P, B→Q, C→R, D→S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Multinomial coefficient and coefficient extraction, Arrangements with no two objects adjacent, Combinations and divisibility by 3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Four independent counts: a multinomial coefficient, black balls into gaps, choosing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omitting the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divisibility.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Four independent counts: a multinomial coefficient, black balls into gaps, choosing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omitting the digit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divisibility.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General term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General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$(1+x+2x^2)^4$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$\frac{4!}{a!b!c!}(1)^a(x)^b(2x^2)^c=\frac{4!}{a!b!c!}2^cx^{b+2c}$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Arrange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 red balls in a row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way). This creates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_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two black balls adjacent: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elements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written in exactly one strictly increasing order, so the number of sequences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$b+2c=2$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$c=0\Rightarrow b=2,a=2$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$\frac{4!}{2!2!0!}2^0=6$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$c=1\Rightarrow b=0,a=3$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$\frac{4!}{3!0!1!}2^1=8$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$=6+8=14$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Arrange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 red balls in a row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way). This creates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$\_R\_R\_R\_R\_R\_$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two black balls adjacent: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$\binom62=15$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written in exactly one strictly increasing order, so the number of sequences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$\binom73=\frac{7\times6\times5}{3\times2\times1}=35$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sum of the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 uses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them, so its digit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omitted digit; this must be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only such digit in the set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digits used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arrangements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Q, B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R, C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T, D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sum of the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them, so its digit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omitted digit; this must be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only such digit in the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digits used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arrangements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A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Q, B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R, C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T, D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A→Q, B→R, C→T, D→S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 different route for each item: nest the trinomial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count the black-ball placements by complement, and read divisibility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residues.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 different route for each item: nest the trinomial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$(1+(x+2x^2))^4$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count the black-ball placements by complement, and read divisibility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residues.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comes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Complement: arrange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 Black balls adjacent means gluing them into one block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balls: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positions.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Strictly increasing sequences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correspond one-to-one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subsets: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$(1+x+2x^2)^4=\sum_m\binom4m(x+2x^2)^m$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comes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$\binom42\times1=6$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Complement: arrange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$\binom72=21$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 Black balls adjacent means gluing them into one block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balls: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positions.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$21-6=15$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Strictly increasing sequences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correspond one-to-one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subsets: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$\binom73=35$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Residues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 uses four digits whose residues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omitting a digit of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total residue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the total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we must omit the digit with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matches are the same: 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Residues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 uses four digits whose residues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$0\bmod3$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omitting a digit of 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total 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we must omit the digit with 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matches are the same: A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A→Q, B→R, C→T, D→S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list the few splittings.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 objects placed with no two adjacent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 others: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complement: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increasing sequences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bijection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(non-decreasing sequences: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number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its digit sum is; for distinct digits chosen from a fixed set, the total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omitted digits decides which subsets work.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$(1+x+cx^2)^n$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$\frac{n!}{a!b!c'!}c^{c'}$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$b+2c'=k$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list the few splittings.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 objects placed with no two adjacent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 others: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$\binom{m+1}j$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complement: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$\binom{m+2}2-(m+1)=\binom{m+1}2$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increasing sequences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bijection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(non-decreasing sequences: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$\binom{n+r-1}r$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number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its digit sum is; for distinct digits chosen from a fixed set, the total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omitted digits decides which subsets work.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3014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conditions/expressions in List-I with their corresponding integer values in List-II.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List-I: (P) The number of ways to divide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distinct books into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 groups is; (Q) A fair coin is tossed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times. If the probability of getting more heads than tails is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is; (R) A committee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members is to be selected from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men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women. If the probability that the committee contains at least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women is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is; (S) The number of ways to choose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non-consecutive integers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List-II: (1)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(2)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(3)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(4)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(5)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P→5; Q→1; R→4; S→2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P→5; Q→2; R→4; S→1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P→2; Q→1; R→3; S→5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P→5; Q→1; R→3; S→2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3014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conditions/expressions in List-I with their corresponding integer values in List-II.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List-I: (P) The number of ways to divide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distinct books into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 groups is; (Q) A fair coin is tossed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times. If the probability of getting more heads than tails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$16p$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is; (R) A committee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members is to be selected from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men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women. If the probability that the committee contains at least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women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$35q$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is; (S) The number of ways to choose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non-consecutive integers from the set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$\{1,2,3,4,5\}$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List-II: (1)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(2)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(3)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(4)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(5)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P→5; Q→1; R→4; S→2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P→5; Q→2; R→4; S→1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P→2; Q→1; R→3; S→5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P→5; Q→1; R→3; S→2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Counting: equal groups, committees and non-consecutive selections, Probability: tosses of a fair coin and selections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item is one direct count: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item is one direct count: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$\frac{6!}{(2!)^33!}$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$\binom43+\binom44$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$\binom32\binom41+\binom33$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$\binom{5-2+1}{2}$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groups of equal size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groups of equal size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$\frac{6!}{(2!)^3\times3!}=\frac{720}{8\times6}=15$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Total outcomes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tosses: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'More heads than tails'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heads.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outcomes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Q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Total committees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 (4 men, 3 women):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women: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man) or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Total ways to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Consecutive pairs: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 Non-consecutive: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Total outcomes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tosses: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'More heads than tails'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heads.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Favourable outcomes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$=\binom43+\binom44=4+1=5$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$p=\frac5{16}$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Q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Total committees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 (4 men, 3 women):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$\binom73=35$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women: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man) 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$\binom32\binom41+\binom33=12+1=13$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$q=\frac{13}{35}$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$35q=13$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Total ways to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$\binom52=10$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Consecutive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$(1,2),(2,3),(3,4),(4,5)$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 Non-consecutive: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$10-4=6$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Alternatively the formula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P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Q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Alternatively the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$\binom{n-k+1}k$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$n=5,k=2$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P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Q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P→5; Q→1; R→4; S→2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Replace each direct count by a smarter view: sequential pairing, the symmetry of heads and tails, a complement for the committee, and a bijection to choose two from four.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Sequential pairing: the first book can be paired with any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next unpaired book with any of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last two are paired: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Heads and tails are symmetric: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𝑚𝑜𝑟𝑒 ℎ𝑒𝑎𝑑𝑠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𝑚𝑜𝑟𝑒 𝑡𝑎𝑖𝑙𝑠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ℎ𝑒𝑎𝑑𝑠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Complement: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woman: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woman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Sequential pairing: the first book can be paired with any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next unpaired book with any of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last two are paired: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$5\times3\times1=15$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Heads and tails are 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$P(\text{more heads})=P(\text{more tails})=\frac{1-P(2\text{ heads})}2=\frac{1-\frac6{16}}2=\frac5{16}$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Complement: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woman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$\binom31\binom42=18$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$35-22=13$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$35q=13$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A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the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bijection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P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Q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A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$a&lt;b-1\le4$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bijection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P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Q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P→5; Q→1; R→4; S→2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unlabelled groups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Sequential pairing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tosses of a fair coin: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𝑚𝑜𝑟𝑒 ℎ𝑒𝑎𝑑𝑠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head/tail symmetry.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tosses: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pairwise non-consecutive integers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smallest).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least' on a hypergeometric (committee) count: add the favourable cases or take the complement, whichever has fewer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unlabelled groups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$\frac{(mk)!}{(m!)^kk!}$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$m=2,k=2$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Sequential pairing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$(2k-1)!!$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tosses of a fair coin: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$P(\text{more heads})=\frac12\left(1-\frac{\binom{2m}m}{2^{2m}}\right)$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head/tail symmetry.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tosses: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pairwise non-consecutive integers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$\binom{n-k+1}k$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smallest).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least' on a hypergeometric (committee) count: add the favourable cases or take the complement, whichever has fewer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Type(0 to 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real-valued differentiable function satisfying the implicit relation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third-order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evaluated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real-valued differentiable function satisfying the implicit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$\ln(1+y)+x^2y+x=0$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third-order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evaluated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Implicit relation and higher-order derivatives, Power series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Implicit relation and higher-order derivatives, Power series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third order and equate 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$y=a_1x+a_2x^2+a_3x^3+\dots$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$\ln(1+y)$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third order and equate the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$x,x^2,x^3$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$y=a_1x+a_2x^2+a_3x^3+\dots$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$a_2=\frac{f''(0)}{2!}$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$a_3=\frac{f'''(0)}{3!}$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$\ln(1+y)=y-\frac{y^2}2+\frac{y^3}3-\dots=(a_1x+a_2x^2+a_3x^3)-\frac12(a_1x+a_2x^2)^2+\frac13(a_1x)^3+\dots$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$\ln(1+y)=a_1x+\left(a_2-\frac12a_1^2\right)x^2+\left(a_3-a_1a_2+\frac13a_1^3\right)x^3+\dots$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$\ln(1+y)+x^2y+x=0$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$x^2y=a_1x^3+\dots$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$(a_1+1)x+\left(a_2-\frac12a_1^2\right)x^2+\left(a_3-a_1a_2+\frac13a_1^3+a_1\right)x^3+\dots=0$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$a_1+1=0\Rightarrow a_1=-1$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$a_2-\frac12a_1^2=0\Rightarrow a_2=\frac12$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$a_3-a_1a_2+\frac13a_1^3+a_1=0\Rightarrow a_3+\frac12-\frac13-1=0\Rightarrow a_3=\frac56$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$a_3=\frac{f'''(0)}{3!}=\frac{f'''(0)}6=\frac56\Rightarrow f'''(0)=5$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relation implicitly three times and evaluate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instead of expanding in a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relation implicitly three times and evaluate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instead of expanding in a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once more: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$\ln(1+y)+x^2y+x=0$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$\frac{y'}{1+y}+2xy+x^2y'+1=0$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$y'+1=0\Rightarrow y'(0)=-1$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$\frac{y''}{1+y}-\frac{y'^2}{(1+y)^2}+2y+4xy'+x^2y''=0$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$y''-1=0\Rightarrow y''(0)=1$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once more: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$\frac{y'''}{1+y}-\frac{3y'y''}{(1+y)^2}+\frac{2y'^3}{(1+y)^3}+6y'+6xy''+x^2y'''=0$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$y'=-1,y''=1$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$y'''-3(-1)(1)+2(-1)^3+6(-1)=0\Rightarrow y'''+3-2-6=0$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$y'''(0)=5$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Maclaurin coefficients can be found by 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matching powers: each new coefficient appears linearly in the next order, so no solving of non-linear systems.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to remember: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the terms up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Maclaurin coefficients can be found by 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$y=\sum a_nx^n$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matching powers: each new coefficient appears linearly in the next order, so no solving of non-linear systems.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to remember: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$\ln(1+y)=y-\frac{y^2}2+\frac{y^3}3-\dots$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$y=O(x)$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the terms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″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tracking each term separately avoids sign slips in repeated implicit differentiation.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(reversion), consistent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$\frac{d}{dx}\frac{y'}{1+y}=\frac{y''}{1+y}-\frac{y'^2}{(1+y)^2}$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$\frac{d}{dx}\left[\frac{y''}{1+y}\right]=\frac{y'''}{1+y}-\frac{y''y'}{(1+y)^2}$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tracking each term separately avoids sign slips in repeated implicit differentiation.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$x=-y+\frac{y^2}2-\frac43y^3+\dots$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(reversion), consistent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$y=-x+\frac{x^2}2+\frac56x^3+\dots$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total number of real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$f:[-2,2]\to\mathbb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$f(x)=\begin{cases}\frac{a(1-\cos2x)}{x^2}-2x &amp; -2\le x&lt;0\\ b &amp; x=0\\ \lim_{t\to0}\frac{\sin(x+t)-\sin x}{t}+x^2-3 &amp; 0&lt;x\le2\end{cases}$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total number of real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$|a|+|b|+N$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800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 and evaluation of limits, Number of roots using IVT and monotonicity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right piece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(increasing), the left piece decreases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piece has one root,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$a=-1,b=-2$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right piece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x+x^2-3$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(increasing), the left piece decreases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$x\cos x-\sin 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piece has one root,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LHL: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Roots. Case 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IVT there is at least one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LHL: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$\lim_{x\to0^-}\left[\frac{a\cdot2\sin^2x}{x^2}-2x\right]=2a$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$\lim_{t\to0}\frac{\sin(x+t)-\sin x}t=\cos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$\lim_{x\to0^+}\left[\cos x+x^2-3\right]=1+0-3=-2$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$2a=-2\Rightarrow 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$b=f(0)=-2$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Roots. Case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 x+x^2-3$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$f(2)=\cos2+1&gt;0$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IVT there is at least one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has exactly one root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IVT gives at least one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$f'(x)=2x-\sin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has exactly one root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$f(x)=-\frac{2\sin^2x}{x^2}-2x$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$f(-2)=4-\frac{\sin^22}2&gt;0$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$\lim_{x\to0^-}f(x)=-2&lt;0$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IVT gives at least one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term is negative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and has exactly one root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$f'(x)=-\frac4{x^3}\sin x\,(x\cos x-\sin x)-2$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 x-\sin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term is negative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and has exactly one root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$|a|+|b|+N=1+2+2=5$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962911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left piece so 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 side increases and the right side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there is exactly one root, with no derivative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962911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$t=-x&gt;0$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left piece so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$t=\left(\frac{\sin t}t\right)^2$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 side increases and the right side decreases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there is exactly one root, with no derivative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380231"/>
                <a:ext cx="10725912" cy="32948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piece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and strictly decreasing,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increasing: at most one intersection.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380231"/>
                <a:ext cx="10725912" cy="32948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piece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$-\frac{2\sin^2x}{x^2}-2x=0\iff x=-\frac{\sin^2x}{x^2}$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$t=-x\in(0,2]$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$t=\left(\frac{\sin t}t\right)^2$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t}t$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and strictly decreasing,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$\left(\frac{\sin t}t\right)^2$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increasing: at most one intersection.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right side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graphs cross, so exactly one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one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piece: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root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right side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$\left(\frac{\sin2}2\right)^2\approx0.21$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graphs cross, so exactly one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one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$x\approx-0.80$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piece: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x+x^2=3$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 x+x^2-3$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$f'=2x-\sin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root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$x\approx1.80$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$|a|+|b|+N=1+2+2=5$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strictly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is positive there). Equations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exactly one positive root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the sides cross: no derivative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t}t$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strictly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is positive there). Equations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$t=g(t)^k$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$g=\frac{\sin t}t$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exactly one positive root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the sides cross: no derivative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$g(x)=x\cos x-\sin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$g'(x)=-x\sin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$(-\pi,\pi)$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$x\in(-\pi,0)$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$(-\pi,0)$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definition);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 counting recipe: sign at both ends (IVT) plus a monotonicity argument; look for a simple sign reason (such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differentiating.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$\lim_{t\to0}\frac{\sin(x+t)-\sin x}t=\cos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definition);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$\frac{1-\cos2x}{x^2}\to2$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 counting recipe: sign at both ends (IVT) plus a monotonicity argument; look for a simple sign reason (such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differentiating.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$L=\lim_{n\to\infty}\sum_{k=1}^n\frac{8k^3+\left[k\ln\left(1+\frac kn\right)\right]}{n^4+k^2\sin 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sum using inequalities (sandwich theorem) and greatest integer function, Sum of cubes of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matter: the floor term contributes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numerator sum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most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squeeze between two sums that both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$8k^3$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matter: the floor term contributes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$O(n^2)$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numerator sum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$k^2\sin 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squeeze between two sums that both tend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definition of the greatest integer: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numerators are positive, so dividing by the largest denominator for the lower bound and the smallest for the upper bound: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𝑡𝑒𝑟𝑚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definition of the greatest integer: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$8k^3+k\ln\left(1+\frac kn\right)-1&lt;8k^3+\left[k\ln\left(1+\frac kn\right)\right]\le8k^3+k\ln\left(1+\frac kn\right)$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$-1\le\sin k\le1$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k\le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$n^4-n^2\le n^4+k^2\sin k\le n^4+n^2$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numerators are positive, so dividing by the largest denominator for the lower bound and the smallest for the upper bound: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$\frac{8k^3+k\ln(1+\frac kn)-1}{n^4+n^2}\le\text{term}\le\frac{8k^3+k\ln(1+\frac kn)}{n^4-n^2}$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𝑡𝑒𝑟𝑚𝑠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positive), and the remaining constant and linear terms are of lower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bound: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Upper bound: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(squeeze) theorem,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$\frac{\sum8k^3+\sum k\ln(1+\frac kn)-n}{n^4+n^2}\le\sum\text{terms}\le\frac{\sum8k^3+\sum k\ln(1+\frac kn)}{n^4-n^2}$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$\sum_{k=1}^n8k^3=8\cdot\frac{n^2(n+1)^2}4=2n^4+4n^3+2n^2$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k\ln\left(1+\frac kn\right)\le\sum n\ln2=n^2\ln2=O(n^2)$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positive), and the remaining constant and linear terms are of lower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bound: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$\lim\frac{2n^4+4n^3+2n^2+O(n^2\ln2)-n}{n^4+n^2}=2$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Upper bound: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$\lim\frac{2n^4+4n^3+2n^2+O(n^2\ln2)}{n^4-n^2}=2$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(squeeze) theorem,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main part as a Riemann sum,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show the two perturbations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crude bounds.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main part as a Riemann sum,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$\sum\frac{8k^3}{n^4}=8\cdot\frac1n\sum\left(\frac kn\right)^3\to8\int_0^1x^3\,dx=2$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show the two perturbations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crude bounds.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each term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Main sum: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uniformly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main sum still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each term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$\frac{8k^3}{n^4}\cdot\frac1{1+\frac{k^2\sin k}{n^4}}+\frac{[\,k\ln(1+k/n)\,]}{n^4+k^2\sin 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Main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$\sum_{k=1}^n\frac{8k^3}{n^4}=8\cdot\frac1n\sum\left(\frac kn\right)^3\to8\int_0^1x^3dx=2$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$\frac1{1+k^2\sin k/n^4}$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$\frac1{1+1/n^2}$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$\frac1{1-1/n^2}$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$\left|\frac{k^2\sin k}{n^4}\right|\le\frac1{n^2}$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uniformly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main sum still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Floor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sum is at most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Floor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$0\le\left[k\ln\left(1+\frac kn\right)\right]\le k\ln2\le n\ln2$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sum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$\frac{n\cdot n\ln2}{n^4-n^2}\to0$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$L=2+0=2$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huge leading term, split into 'Riemann sum' + 'error' and bound the error crudely: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care to use the larger denominator for the lower bound when the numerator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bounded oscillating factor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inside a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nothing in the limit unless its weight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f(k,n)$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huge leading term, split into 'Riemann sum' + 'error' and bound the error crudely: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$[u]\in(u-1,u]$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k|\le1$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$\sum_{k=1}^nk^3=\left(\frac{n(n+1)}2\right)^2$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$\frac1{n^4}\sum k^3\to\frac14$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$\frac1{n^{p+1}}\sum k^p\to\frac1{p+1}$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$a_n\le S_n\le 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$a_n,b_n\to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$S_n\to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care to use the larger denominator for the lower bound when the numerator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bounded oscillating factor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$[\,\cdot\,]$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inside a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$O(1/n)$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nothing in the limit unless its weight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bijective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inverse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bijective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$f(x)=\ln\left(x+\sqrt{1+x^2}\right)+e^x+x$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inverse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$81g'''(1)+54g''(1)+18g'(1)$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Derivatives of an inverse function, Differentiation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Derivatives of an inverse function, Differentiation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$\ln\left(x+\sqrt{1+x^2}\right)$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evaluated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$g'=\frac1{f'},\ g''=-\frac{f''}{f'^3},\ g'''=-\frac{f'''}{f'^4}+\frac{3f''^2}{f'^5}$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evaluated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$f(0)=\ln1+1+0=1$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$f'(x)=\frac1{\sqrt{1+x^2}}+e^x+1\Rightarrow f'(0)=3$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$f''(x)=-\frac x{(1+x^2)^{3/2}}+e^x\Rightarrow f''(0)=1$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$f'''(x)=-\frac{(1+x^2)^{3/2}-3x^2\sqrt{1+x^2}}{(1+x^2)^3}+e^x\Rightarrow f'''(0)=-1+1=0$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″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$g'(x)=\frac1{f'(g(x))}\Rightarrow g'(1)=\frac1{f'(0)}=\frac13$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$g''(x)=-\frac{f''(g(x))}{\left(f'(g(x))\right)^3}\Rightarrow g''(1)=-\frac{f''(0)}{(f'(0))^3}=-\frac1{27}$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$g'''(x)=-\frac{f'''(g(x))}{(f'(g(x)))^4}+\frac{3\left(f''(g(x))\right)^2}{(f'(g(x)))^5}\Rightarrow g'''(1)=-\frac0{3^4}+\frac{3(1)^2}{3^5}=\frac1{81}$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$81g'''(1)+54g''(1)+18g'(1)=81\cdot\frac1{81}+54\cdot\left(-\frac1{27}\right)+18\cdot\frac13=1-2+6=5$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Invert the Taylor series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series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coefficients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Invert the Taylor series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$f(x)-1=3x+\frac{x^2}2+0\cdot x^3+\dots$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$x=g(1+u)$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series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$u=y-1$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coefficients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$\frac{g^{(k)}(1)}{k!}$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$f(0)=1,\ f'(0)=3,\ f''(0)=1,\ f'''(0)=0$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$u=f(x)-1=3x+\frac{x^2}2+0\cdot x^3+O(x^4)$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$x=c_1u+c_2u^2+c_3u^3+\dots$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$c_k=\frac{g^{(k)}(1)}{k!}$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$u=3x+\frac{x^2}2$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$u=3c_1u+3c_2u^2+3c_3u^3+\frac12\left(c_1u+c_2u^2\right)^2+\dots$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$3c_1=1\Rightarrow c_1=\frac13$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$3c_2+\frac{c_1^2}2=0\Rightarrow c_2=-\frac1{54}$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$3c_3+c_1c_2=0\Rightarrow c_3=\frac1{486}$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$g'(1)=c_1=\frac13$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$g''(1)=2c_2=-\frac1{27}$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$g'''(1)=6c_3=\frac1{81}$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$81\cdot\frac1{81}+54\cdot\left(-\frac1{27}\right)+18\cdot\frac13=1-2+6=5$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Inverse-function derivatives: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evaluated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formula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only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Taylor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matching point are needed; series reversion gives them without remembering formulas.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Inverse-function derivatives: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$g'=\frac1{f'}$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$g''=-\frac{f''}{f'^3}$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$g'''=\frac{3f''^2-f'f'''}{f'^5}$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evaluated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$\frac{3-1}{1}=2$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$g^{(k)}$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only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Taylor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matching point are needed; series reversion gives them without remembering formulas.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Its second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third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(derivative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so it is a bijection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multipliers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powers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clear the denominators, so each term becomes an integer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such structure is a check on the arithmetic.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d{dx}\ln\left(x+\sqrt{1+x^2}\right)=\frac1{\sqrt{1+x^2}}$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Its second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third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$f=\sinh^{-1}x+e^x+x$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(derivative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so it is a bijection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multipliers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$81,54,18=3^4,\,2\cdot3^3,\,2\cdot3^2$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clear the denominators, so each term becomes an integer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$1,-2,6$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such structure is a check on the arithmetic.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deg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g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e>
                                        </m:rad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</m:rad>
                                      </m:den>
                                    </m:f>
                                  </m:e>
                                </m:d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value of the limit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$f:(-1,1)\to\mathbb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$f(x)=\lim_{n\to\infty}\left(\sqrt[3]{\cos\left(\frac{x\sqrt6}{\sqrt n}\right)}+\frac1{n(1-x^2)}\right)^n$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value of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$\lim_{x\to0}\frac{2\ln f(x)-2-\ln(1+2x^4+2x^6)}{x^8}$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1792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limits and series expansions, Evaluation of limits using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1792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Type(0 to 9)(4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limits and series expansions, Evaluation of limits using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$1+\frac{A}{n}+O(\frac1{n^2})$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$A=-x^2+\frac1{1-x^2}$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$f=e^{A}$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$2\ln f-2=\frac{2x^4}{1-x^2}$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cosine: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Cube root via the binomial series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rad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cosine: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$\cos\left(\frac{x\sqrt6}{\sqrt n}\right)=1-\frac{3x^2}n+\frac{3x^4}{2n^2}+O\left(\frac1{n^3}\right)$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Cube root via the binomial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$(1-z)^{1/3}=1-\frac z3-\frac{z^2}9-\dots$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$\sqrt[3]{\cos\left(\frac{x\sqrt6}{\sqrt n}\right)}=1-\frac{x^2}n-\frac{x^4}{2n^2}+O\left(\frac1{n^3}\right)$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$\frac1{n(1-x^2)}=\frac1n\left(1+x^2+x^4+x^6+\dots\right)$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$=1+\frac1n\left(1+x^4+x^6+x^8+\dots\right)-\frac{x^4}{2n^2}+O\left(\frac1{n^3}\right)$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$\pm\frac{x^2}n$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$\lim_{n\to\infty}\left(1+\frac An+\frac B{n^2}\right)^n=e^A$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$f(x)=e^{1+x^4+x^6+x^8+\dots}$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f(x)=1+x^4+x^6+x^8+x^{10}+\dots$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 f(x)-2=2x^4+2x^6+2x^8+2x^{10}+\dots$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$\ln(1+z)=z-\frac{z^2}2+\dots$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$z=2x^4+2x^6$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$\ln(1+2x^4+2x^6)=2x^4+2x^6-\frac{(2x^4+2x^6)^2}2+O(x^{12})=2x^4+2x^6-2x^8-4x^{10}+O(x^{12})$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$=(2x^4+2x^6+2x^8+2x^{10}+\dots)-(2x^4+2x^6-2x^8-4x^{10}+\dots)=4x^8+6x^{10}+\dots$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$L=\lim_{x\to0}\frac{4x^8+6x^{10}+\dots}{x^8}=4$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shortcut: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first-order term of the base is needed and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never appear.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shortcut: 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$u_n\to0$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$(1+u_n)^n\to e^{\lim nu_n}$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first-order term of the base is needed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$\frac1{n^2}$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never appear.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$=1+u_n$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$u_n=\left(\sqrt[3]{\cos t}-1\right)+\frac1{n(1-x^2)}$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$t^2=\frac{6x^2}n$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t-1\sim-\frac{t^2}2=-\frac{3x^2}n$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$\sqrt[3]{1+w}-1\sim\frac w3$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$\sqrt[3]{\cos t}-1\sim-\frac{x^2}n$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$nu_n\to-x^2+\frac1{1-x^2}$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f(x)=\frac1{1-x^2}-x^2$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 f-2=\frac2{1-x^2}-2x^2-2=\frac{2x^4}{1-x^2}=2x^4+2x^6+2x^8+\dots$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$\ln(1+2x^4+2x^6)=2x^4+2x^6-2x^8+O(x^{10})$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$4x^8+O(x^{10})$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rule: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provided that limit exists. Second-order terms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way to see that a surviving series starts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you need the square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cube term starts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 be ignored.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$a_n^n\to e^{\lim n(a_n-1)}$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provided that limit exists. Second-order terms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$\sqrt[3]{\cos\frac{c}{\sqrt n}}=1-\frac{c^2}{6n}+O(n^{-2})$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$\left(\cos\frac c{\sqrt n}\right)^{m}=1-\frac{mc^2}{2n}+\dots$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$\left(\cos\frac c{\sqrt n}\right)^n\to e^{-c^2/2}$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$\frac1{1-x^2}-x^2-1=\frac{x^4}{1-x^2}$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way to see that a surviving series starts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$z=2x^4+\dots$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you need the square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$-\frac{z^2}{2}$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cube term starts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 be ignored.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860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discrete frequency distribution for a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integer. It is given that the distribution has a unique mode. If the mean deviation of the distribution about its mode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mean deviation about its mean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860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discrete frequency distribution for a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 2,\ 3,\ 4,\ 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 2,\ 6,\ k,\ 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integer. It is given that the distribution has a unique mode. If the mean deviation of the distribution about its mode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$0.875$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mean deviation about its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deviation about the mode and about the mean, Mode, mean and frequency distributions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unique mode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𝑀𝐷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𝑚𝑜𝑑𝑒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compute the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3.375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mean deviation about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unique mode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(frequency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$\text{MD}_{\text{mode}}=\frac{10+k}{12+k}=\frac78$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compute the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$3.375$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mean deviation about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distribution has a unique mode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the mode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maximum 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distribution has a unique mode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the mode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maximum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mode: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unique mode is 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2.375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2.375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4.875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14.75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mode: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 f_i|x_i-3|}{\sum f_i}=\frac{1|1-3|+2|2-3|+6|3-3|+k|4-3|+3|5-3|}{1+2+6+k+3}$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$=\frac{2+2+0+k+6}{12+k}=\frac{10+k}{12+k}$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$\frac{10+k}{12+k}=\frac78\Rightarrow80+8k=84+7k\Rightarrow 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unique mode is 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x=\frac{1(1)+2(2)+6(3)+4(4)+3(5)}{1+2+6+4+3}=\frac{1+4+18+16+15}{16}=\frac{54}{16}=3.375$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f_i|x_i-3.375|=1(2.375)+2(1.375)+6(0.375)+4(0.625)+3(1.625)$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$=2.375+2.75+2.25+2.5+4.875=14.75$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14.75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$D=\frac{14.75}{16}=\frac{59}{64}$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$64D=59$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positive and negative deviations are equal in total; so the mean deviation about the mean is twice the sum of deviations on one side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f_i(x_i-\bar x)=0$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positive and negative deviations are equal in total; so the mean deviation about the mean is twice the sum of deviations on one side divided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points below the mean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2.375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2.375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7.375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data,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f_i(x_i-\bar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$\sum_{x_i&gt;\bar x}f_i(x_i-\bar x)=\sum_{x_i&lt;\bar x}f_i(\bar x-x_i)$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f_i|x_i-\bar x|=2\sum_{x_i&lt;\bar x}f_i(\bar x-x_i)$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x=3.375$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points below the mean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$1(2.375)+2(1.375)+6(0.375)=2.375+2.75+2.25=7.375$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7.375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14.75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14.75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 with the other 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4.875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7.375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f_i|x_i-\bar x|=2\times7.375=14.75$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$D=\frac{14.75}{16}=\frac{59}{64}$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$64D=59$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 with the other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$4(0.625)+3(1.625)=2.5+4.875=7.375$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and negative deviations balance,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𝑀𝐷</m:t>
                        </m:r>
                      </m:e>
                      <m:sub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compute only one side and verify with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is smallest about the median (not the mean):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𝑀𝐷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𝑚𝑒𝑑𝑖𝑎𝑛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𝑀𝐷</m:t>
                        </m:r>
                      </m:e>
                      <m:sub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median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𝑀𝐷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𝑚𝑜𝑑𝑒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0.9219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'Unique mode' with an unknown frequency gives a range for it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which must be re-checked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mean written as a fraction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multiplying deviations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all arithmetic in integers: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f_i(x_i-\bar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and negative deviations balance,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$\text{MD}_{\bar x}=\frac2N\sum_{x_i&lt;\bar x}f_i(\bar x-x_i)$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compute only one side and verify with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is smallest about the median (not the mean):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$\text{MD}_{\text{median}}\le\text{MD}_{\bar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$\text{MD}_{\text{mode}=3}=\frac78=0.875&lt;0.9219$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'Unique mode' with an unknown frequency gives a range for 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which must be re-checked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mean written as a fraction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$\frac{54}{16}$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multiplying deviations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all arithmetic in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$16|x-\bar x|=|16x-54|$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f_i|16x_i-54|=236$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$D=\frac{236}{256}=\frac{59}{64}$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2.59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18 questions, 70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PRT 06 Paper 02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