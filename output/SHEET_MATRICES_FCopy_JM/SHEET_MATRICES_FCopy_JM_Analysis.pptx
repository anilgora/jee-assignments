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Sheet1!$A$2:$A$56</c:f>
              <c:strCache>
                <c:ptCount val="5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  <c:pt idx="50">
                  <c:v>Q51</c:v>
                </c:pt>
                <c:pt idx="51">
                  <c:v>Q52</c:v>
                </c:pt>
                <c:pt idx="52">
                  <c:v>Q53</c:v>
                </c:pt>
                <c:pt idx="53">
                  <c:v>Q54</c:v>
                </c:pt>
                <c:pt idx="54">
                  <c:v>Q55</c:v>
                </c:pt>
              </c:strCache>
            </c:strRef>
          </c:cat>
          <c:val>
            <c:numRef>
              <c:f>Sheet1!$B$2:$B$56</c:f>
              <c:numCache>
                <c:formatCode>General</c:formatCode>
                <c:ptCount val="55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1.0</c:v>
                </c:pt>
                <c:pt idx="19">
                  <c:v>2.0</c:v>
                </c:pt>
                <c:pt idx="20">
                  <c:v>2.0</c:v>
                </c:pt>
                <c:pt idx="21">
                  <c:v>1.0</c:v>
                </c:pt>
                <c:pt idx="22">
                  <c:v>2.0</c:v>
                </c:pt>
                <c:pt idx="23">
                  <c:v>3.0</c:v>
                </c:pt>
                <c:pt idx="24">
                  <c:v>2.0</c:v>
                </c:pt>
                <c:pt idx="25">
                  <c:v>3.0</c:v>
                </c:pt>
                <c:pt idx="26">
                  <c:v>0.0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3.0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3.0</c:v>
                </c:pt>
                <c:pt idx="36">
                  <c:v>2.0</c:v>
                </c:pt>
                <c:pt idx="37">
                  <c:v>1.0</c:v>
                </c:pt>
                <c:pt idx="38">
                  <c:v>2.0</c:v>
                </c:pt>
                <c:pt idx="39">
                  <c:v>1.0</c:v>
                </c:pt>
                <c:pt idx="40">
                  <c:v>3.0</c:v>
                </c:pt>
                <c:pt idx="41">
                  <c:v>2.0</c:v>
                </c:pt>
                <c:pt idx="42">
                  <c:v>3.0</c:v>
                </c:pt>
                <c:pt idx="43">
                  <c:v>2.0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3.0</c:v>
                </c:pt>
                <c:pt idx="49">
                  <c:v>3.0</c:v>
                </c:pt>
                <c:pt idx="50">
                  <c:v>1.0</c:v>
                </c:pt>
                <c:pt idx="51">
                  <c:v>2.0</c:v>
                </c:pt>
                <c:pt idx="52">
                  <c:v>2.0</c:v>
                </c:pt>
                <c:pt idx="53">
                  <c:v>2.0</c:v>
                </c:pt>
                <c:pt idx="54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garbled: it writes '(A^2-I)(B-I) ...(1)' without the right-hand side I, then lines such as 'A^2 B (B-I)^-1' that are incomplete, and never says why (A^2-I) and (B-I) commute. Rewritten as (A^2-I)(B-I)=I, then the inverse commutes with it, giving BA^2 = A^2+B = A^2B. The answer (A)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|A|^8 = 12^4 =&gt; |A| = 12^(1/2) without noting that |A|^8 = 12^4 also allows |A| = -12^(1/2) (then |A^-1 adj A| = -2 sqrt 3, which is not an option). I added the remark that only the positive root appears among the options; the answer (D)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equates the coefficients of A and I in '27+6a=21' without saying that this needs A and I to be linearly independent (A not a scalar matrix). If A were a scalar matrix cI the data would not fix alpha and beta. I added that assumption to the working; the result alpha = -1, beta = -8 and the answer (B)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(1) The PDF's working for sum = 7 repeats the sum = 5 line ('8C5 - 4 = 52') although it then adds 80 in the total; the correct value 10C7 - 4*5C2 = 120 - 40 = 80 is written out. (2) The printed answer key says 196 but the PDF's own total is 20+52+80+52 = 204, and brute force over all 5^4 matrices gives 204: the key '196'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As printed (a scalar 1/(5!6!7!) times the matrix) the determinant would be (5!6!7!)^(-3) times |M| = 2/(5!6!7!)^2, not 2, and the options would not apply. The PDF (and the key) use |A| = 1/(5!6!7!) x 5!6!7! x det[[1,6,42],[1,7,56],[1,8,72]] = 2, i.e. the prefactor is treated as the compensating factor of the row extraction. I kept that intended reading and stated it in the first bullet; answer 2^16 is the key's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Typos in the PDF: line (3) reads '|A^2 - A| = |A||A - 1|' (should be |A - I|) and the second case is written 2(1-alpha)^3 = -alpha (should be a square, 2(1-alpha)^2 = -alpha, which gives 2alpha^2 - 3alpha + 2 = 0 as printed on the right). Corrected; answer 5/2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concludes that (II) is false because trace(adj adj R) = xyz(x+y+z) != 0. But (II) is a conditional ('if trace(adj(adj R)) = 0 then ...'); since the trace can never be 0 the condition is never met, so the statement is vacuously TRUE. The PDF's key is (D); the logically correct answer is (B). Please compare with the official NTA key before using it. The PDF also states x = y = z = 0 when x+y+z = 0 and xy+yz+zx = 0; I rewrote this as (x+y+z)^2 = x^2+y^2+z^2.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solves the last system as '-z = 3 =&gt; z = -3, -y = 2 =&gt; y = -2, -x = 1 =&gt; x = -1'. With A-3I = [[0,0,-1],[0,-1,0],[-1,0,0]] and right-hand side (1,2,3) the rows give -z = 1, -y = 2, -x = 3, i.e. (x, y, z) = (-3, -2, -1): the PDF attached the right-hand sides 3 and 1 to the wrong rows. The solution is still unique, so the answer (D)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iterated determinant as '|A|^((x-1)^2024) =&gt; |A|^2024 =&gt; 2^2^2004' (letters and exponents garbled: the correct value is |A|^(2^2024) = 2^(2^2024)), then splits '2^2024' with an unjustified remainder 4 and K 'even'. I rewrote it with the correct exponent and justified both remainder 4 (2^6 = 1 mod 9) and the parity of K. The final remainder 7 is unchanged (confirmed: pow(2, 2^2024 mod 6, 9) =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proves only lambda^2 = 1 and then states 'sum of squares of all possible values = 2'; it does not show that both +1 and -1 actually occur. If only one of them occurred the answer would be 1. I added the check AM = -M and AX = X for X perpendicular to M. The answer 2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works with Q = 2A^T - A and writes '|PQ| = -2^4 =&gt; |P| = 4 and |Q| = -4', but |adj P adj Q| = |P|^2|Q|^2 = |PQ|^2 and the sign of |P| is not determined by it: |P| = +-4. The PDF never rules out |P| = -4. Here 1+3*alpha &gt; 1 (alpha &gt; 0) excludes -4. Answer (B)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only says 'for the maximum value of det A take a_ij = 0 for i != j and 3 for i = j, so |A| = 27'. It does not show that nothing larger is possible (the row-sum condition alone leaves many matrices). I added the upper bound via Hadamard's inequality and the equality case. The answer 27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is two lines ('Given |A| = 2, trace A = -3 and A^2 + xA + yI = 0 =&gt; x = 3, y = 2') and then the remark that the information is incomplete. I added the Cayley-Hamilton step and the reason that A is not scalar (so (x, y) is unique). The key 'Bonus' is retained: the question has no numerical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chain '|A|^12 . |A|^(2^3)' has a wrong exponent in the display (the later line |A|^16 = 3^-16 2^-16 is right), writes |A| = 1/6 without noting |A| = -1/6 is also possible (it does not matter: only |A|^2 enters the second determinant), and its final line '3.2^4' is the correct value of |3 adj(2A)|. I rewrote the exponents step by step; the answer 14 is unchanged (checked numerically with diag(1/6,1,1)).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Matrices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(Matrices, JEE Main previous years 2023-2024)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Main January 2023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every question (single correct and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algebra: inverse of a matrix and commuting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relation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square matrix commutes with its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the relation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$(A^2-I)(B-I)=I$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square matrix commutes with its inverse.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inverse commutes with the matrix it inverts,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 \Rightarrow A^2B-A^2-B=0$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$A^2B-A^2-B+I=I$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$(A^2-I)(B-I)=I$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inverse commutes with the matrix it inverts,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$(B-I)(A^2-I)=I$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 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(B), (C), (D) do not follow from the relation (e.g.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$BA^2-B-A^2+I=I \Rightarrow BA^2=A^2+B$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$A^2+B=A^2B$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(given).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(B), (C), (D) do not follow from the relation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alone, so it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alone, so it commutes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(rational)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$A^2B-B=A^2 \Rightarrow (A^2-I)B=A^2$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$(A^2-I)(B-I)=I$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$B=(A^2-I)^{-1}A^2$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$(A^2-I)^{-1}$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(rational)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$A^2B=BA^2$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version of Simon's trick: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inverses of each other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 matrices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(left inverse = right inverse).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Polynomials/rational functions of the same matrix commute with each other;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version of Simon's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$XY=X+Y \iff (X-I)(Y-I)=I$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inverses of each other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square matrices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(left inverse = right inverse).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Polynomials/rational functions of the same matrix commute with each other;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$B=f(A^2)$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real numbers such that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$(a-c)x^2+(b-a)x+(c-b)=0$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 real numbers such that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$\begin{pmatrix}\alpha^2&amp;\alpha&amp;1\\1&amp;1&amp;1\\a&amp;b&amp;c\end{pmatrix}$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$\dfrac{(a-c)^2}{(b-a)(c-b)}+\dfrac{(b-a)^2}{(a-c)(c-b)}+\dfrac{(c-b)^2}{(a-c)(b-a)}$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singular matrix, Quadratic equations: roots and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numerators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their cubes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numerators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$a-c,\ b-a,\ c-b$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their cubes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their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in (1)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is satisfied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root of the given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Singular: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$\begin{vmatrix}\alpha^2&amp;\alpha&amp;1\\1&amp;1&amp;1\\a&amp;b&amp;c\end{vmatrix}=0$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$\alpha^2(c-b)-\alpha(c-a)+(b-a)=0$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coefficients in (1)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$(c-b)-(c-a)+(b-a)=0$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(1) is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root of the given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$p=a-c,\ q=b-a,\ r=c-b$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$\dfrac{p^2}{qr}+\dfrac{q^2}{pr}+\dfrac{r^2}{pq}=\dfrac{p^3+q^3+r^3}{pqr}$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$p^3+q^3+r^3=3pqr$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$3\,\dfrac{pqr}{pqr}=3$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 does not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one convenient admissible triple.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 does not depend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test one convenient admissible triple.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option can be right for every admissible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a constant;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one option can be right for every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a constant;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$a=0,\ b=1,\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(distinct).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$\dfrac{(a-c)^2}{(b-a)(c-b)}=\dfrac{9}{1\cdot2}=\dfrac92$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$\dfrac{(b-a)^2}{(a-c)(c-b)}=\dfrac{1}{(-3)(2)}=-\dfrac16$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$\dfrac{(c-b)^2}{(a-c)(b-a)}=\dfrac{4}{(-3)(1)}=-\dfrac43$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$=\dfrac92-\dfrac16-\dfrac43=\dfrac{27-1-8}{6}=3$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taken in a cycle,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expect the cube identity whenever such terms appear in a fraction.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a polynomial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(here for both the quadratic and the determinant polynomial).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$p^3+q^3+r^3=3pqr$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$p^3+q^3+r^3-3pqr=(p+q+r)(p^2+q^2+r^2-pq-qr-rp)$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taken in a cycle,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$(a-b),(b-c),(c-a)$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expect the cube identity whenever such terms appear in a fraction.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a polynomial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(here for both the quadratic and the determinant polynomial).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$|\operatorname{adj}(\operatorname{adj}(\operatorname{adj}A))|=12^4$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$|A^{-1}\operatorname{adj}A|$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adjoint squares the determinant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adjoint squares the determinant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(applying the rule again),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 more).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$|\operatorname{adj}(\operatorname{adj}(\operatorname{adj}A))|=|\operatorname{adj}(\operatorname{adj}A)|^2$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$=|\operatorname{adj}A|^4$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(applying the rule again),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$=|A|^8$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(once more).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contain only the positive value, so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$|A|^8=12^4 \Rightarrow |A|=\pm12^{1/2}$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options contain only the positive value, so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$|A|=12^{1/2}$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$|A^{-1}\operatorname{adj}A|=|A^{-1}|\,|\operatorname{adj}A|=\dfrac1{|A|}\cdot|A|^2=|A|$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$|A|=12^{1/2}=2\sqrt3$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determinant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$\operatorname{adj}A=|A|A^{-1}$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determinant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an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$\operatorname{adj}(\operatorname{adj}(\operatorname{adj}A))=\operatorname{adj}(|A|A)=|A|^{2}\operatorname{adj}A$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$|A|^{6}\cdot|\operatorname{adj}A|=|A|^6\cdot|A|^2=|A|^8=12^4$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$|A|=\pm\sqrt{12}$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$+\sqrt{12}$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an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$A^{-1}\operatorname{adj}A=A^{-1}\cdot|A|A^{-1}=|A|A^{-2}$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$|\,|A|A^{-2}|=|A|^3\cdot|A|^{-2}=|A|=2\sqrt3$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iterated adjoint: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invertible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$A\,\operatorname{adj}A=|A|I$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$\operatorname{adj}(kA)=k^{n-1}\operatorname{adj}A$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$\operatorname{adj}(\operatorname{adj}A)=|A|^{n-2}A$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iterated adjoint: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$|\operatorname{adj}^{k}A|=|A|^{(n-1)^k}$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$n=3,k=3$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$|A^{-1}\operatorname{adj}A|=|A|^{n-2}$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square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all the elements in each row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the elements in each column is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square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entries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sum of all the elements in each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the elements in each column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Matrices with entries 0 and 1: row and column sums, Permutations and arrangements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and each column holds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these are the permutation matrices, so count placements row by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row and each column holds exactly one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these are the permutation matrices, so count placements row by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has exactly one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each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go in any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which fills that column with its single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 are still free,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has exactly one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four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each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go in any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columns, which fills that column with its single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columns are still free,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row 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row 5: the last column,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row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choices; row 5: the last column,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$=5\times4\times3\times2\times1=120$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Matrices with a single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row and column are in bijection with permutations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Matrices with a single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every row and column are in bijection with permutations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$\{1,\dots,5\}$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such a matrix,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column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each column also has exactly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one-one map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 permutation.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such a matrix,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$\sigma(i)=$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column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each column also has exactly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one-one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$\{1,..,5\}\to\{1,..,5\}$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 permutation.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every permutation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such matrix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equals the number of permutations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every permutation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such matrix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$(i,\sigma(i))$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equals the number of permutations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row sum and column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permutation matrices;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Permutation matrices are orthogonal: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of the permutation).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Non-attacking rook placements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board are counted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row/column sums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the counts need inclusion-exclusion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row sum and column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permutation matrices;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Permutation matrices are orthogonal: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$P^{-1}=P^{T}$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of the permutation).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Non-attacking rook placements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board are counted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row/column sums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the counts need inclusion-exclusion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$A=\begin{pmatrix}1&amp;\log_xy&amp;\log_xz\\\log_yx&amp;2&amp;\log_yz\\\log_zx&amp;\log_zy&amp;3\end{pmatrix}$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$|\operatorname{adj}(\operatorname{adj}A^2)|$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properties and evaluation, Logarithms: change of base, Adjoint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lets you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rows, leaving a constant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$\log_xy=\dfrac{\log y}{\log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lets you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 x,\log y,\log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rows, leaving a constant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Take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1,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2,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1, 2, 3: the prefactor cancels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$\log_xy=\dfrac{\log y}{\log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$\dfrac1{\log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1,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$\dfrac1{\log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$\dfrac1{\log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row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$|A|=\dfrac1{\log x\log y\log z}\begin{vmatrix}\log x&amp;\log y&amp;\log z\\\log x&amp;2\log y&amp;\log z\\\log x&amp;\log y&amp;3\log z\end{vmatrix}$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columns 1, 2, 3: the prefactor cancels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$|A|=\begin{vmatrix}1&amp;1&amp;1\\1&amp;2&amp;1\\1&amp;1&amp;3\end{vmatrix}$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$1(6-1)-1(3-1)+1(1-2)=5-2-1=2$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$|\operatorname{adj}(\operatorname{adj}X)|=|X|^{(n-1)^2}=|X|^{4}$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$|\operatorname{adj}(\operatorname{adj}A^2)|=|A|^{8}=2^8$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all-ones matrix,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$A=D^{-1}(J+\operatorname{diag}(0,1,2))D$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all-ones matrix,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$\det(\operatorname{diag}(d)+J)=\prod d_i+\sum_i\prod_{j\ne i}d_j$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diag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gains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similarity does not change the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 matrix with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$D=\operatorname{diag}(\log x,\log y,\log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$D^{-1}JD$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$(i,j)$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x_j/\log x_i=\log_{x_i}x_j$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$A=D^{-1}\big(J+\operatorname{diag}(0,1,2)\big)D$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 gains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similarity does not change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$|A|=|J+\operatorname{diag}(0,1,2)|$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$d_1,d_2,d_3$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$\det=d_1d_2d_3+d_2d_3+d_1d_3+d_1d_2$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$d=(0,1,2)$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$0+2+0+0=2$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$|\operatorname{adj}(\operatorname{adj}A^2)|=|A^2|^{4}=2^8$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with entries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diagonal similarity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matrix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so its determinant ignores the logarithms.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∏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all-ones matrix).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$\log_ab=\dfrac{\log b}{\log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$\log_{x_i}x_j$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diagonal similarity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$D^{-1}MD$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's, so its determinant ignores the logarithms.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$\det(\operatorname{diag}(d_1,..,d_n)+J)=\prod d_i\Big(1+\sum \dfrac1{d_i}\Big)=\prod d_i+\sum_i\prod_{j\ne i}d_j$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all-ones matrix).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$|\operatorname{adj}(\operatorname{adj}X)|=|X|^{(n-1)^2}$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$A=\begin{pmatrix}\frac1{\sqrt{10}}&amp;\frac3{\sqrt{10}}\\-\frac3{\sqrt{10}}&amp;\frac1{\sqrt{10}}\end{pmatrix}$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$B=\begin{pmatrix}1&amp;-i\\0&amp;1\end{pmatrix}$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$M=A^{T}BA$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inverse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$AM^{2023}A^{T}$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$\begin{pmatrix}1&amp;-2023i\\0&amp;1\end{pmatrix}$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$\begin{pmatrix}1&amp;0\\2023i&amp;1\end{pmatrix}$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$\begin{pmatrix}1&amp;2023i\\0&amp;1\end{pmatrix}$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$\begin{pmatrix}1&amp;0\\-2023i&amp;1\end{pmatrix}$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matrices and powers of a matrix, Inverse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inner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$AA^{T}=I$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inner factors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$AA^{T}$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$AM^{n}A^{T}=B^{n}$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$AA^{T}=\begin{pmatrix}\frac1{\sqrt{10}}&amp;\frac3{\sqrt{10}}\\-\frac3{\sqrt{10}}&amp;\frac1{\sqrt{10}}\end{pmatrix}\begin{pmatrix}\frac1{\sqrt{10}}&amp;-\frac3{\sqrt{10}}\\\frac3{\sqrt{10}}&amp;\frac1{\sqrt{10}}\end{pmatrix}=\begin{pmatrix}1&amp;0\\0&amp;1\end{pmatrix}$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$B^2=\begin{pmatrix}1&amp;-i\\0&amp;1\end{pmatrix}\begin{pmatrix}1&amp;-i\\0&amp;1\end{pmatrix}=\begin{pmatrix}1&amp;-2i\\0&amp;1\end{pmatrix}$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$B^3=\begin{pmatrix}1&amp;-3i\\0&amp;1\end{pmatrix}$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pattern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$B^{2023}=\begin{pmatrix}1&amp;-2023i\\0&amp;1\end{pmatrix}$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$M^2=A^{T}BAA^{T}BA=A^{T}B^2A$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$M^3=M^2M=A^{T}B^2AA^{T}BA=A^{T}B^3A$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$M^{2023}=A^{T}B^{2023}A$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$AM^{2023}A^{T}=AA^{T}B^{2023}AA^{T}=B^{2023}=\begin{pmatrix}1&amp;-2023i\\0&amp;1\end{pmatrix}$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$\begin{pmatrix}1&amp;-2023i\\0&amp;1\end{pmatrix}$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binomial series stops after two terms; then invert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binomial series stops after two terms; then invert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$B^{-n}=I-nN$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higher binomial terms contain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computing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$N=\begin{pmatrix}0&amp;-i\\0&amp;0\end{pmatrix}$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$B^{n}=I+nN$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higher binomial terms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$B^{2023}=\begin{pmatrix}1&amp;-2023i\\0&amp;1\end{pmatrix}$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$B^2,B^3,\dots$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directly),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(their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$AA^{T}=I$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directly),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$M^{2023}=A^{T}B^{2023}A$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$AM^{2023}A^{T}=B^{2023}$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$I-n^2N^2=I$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$(B^{2023})^{-1}=\begin{pmatrix}1&amp;2023i\\0&amp;1\end{pmatrix}$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(orthogonal),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conjugation by an orthogonal (or any invertible) matrix commutes with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Typical shear matrices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rotation, hence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$PP^{T}=I$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(orthogonal),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$(P^{T}BP)^{n}=P^{T}B^{n}P$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$P(P^{T}BP)^{n}P^{T}=B^{n}$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conjugation by an orthogonal (or any invertible) matrix commutes with powers.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$(I+N)^n=I+nN$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$(I+N)^{-1}=I-N$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Typical shear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$\begin{pmatrix}1&amp;a\\0&amp;1\end{pmatrix}^n=\begin{pmatrix}1&amp;na\\0&amp;1\end{pmatrix}$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$\begin{pmatrix}c&amp;s\\-s&amp;c\end{pmatrix}$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$c=\frac1{\sqrt{10}},s=\frac3{\sqrt{10}}$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rotation, hence orthogonal.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skew-symmetric. Consider the statements: (S1)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(S2)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S1 and S2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S1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S1 and S2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skew-symmetric. Consider the statements: 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$A^{13}B^{26}-B^{26}A^{13}$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$A^{26}C^{13}-C^{13}A^{26}$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S1 and S2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S1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S1 and S2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S2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and skew-symmetric matrices, Transpose of a product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reverses the order of a product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even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its sign, an odd power flips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reverses the order of a product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$B^{T}=-B$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 even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its sign, an odd power flips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$(A^{13}B^{26}-B^{26}A^{13})^{T}=(A^{13}B^{26})^{T}-(B^{26}A^{13})^{T}$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$=(B^{26})^{T}(A^{13})^{T}-(A^{13})^{T}(B^{26})^{T}=(B^{T})^{26}(A^{T})^{13}-(A^{T})^{13}(B^{T})^{26}$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in S1 is skew-symmetric (and symmetric only if it is zero, which is not guaranteed):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original matrix, so it is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S2 is true.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$B^{T}=-B$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$=(-B)^{26}A^{13}-A^{13}(-B)^{26}=B^{26}A^{13}-A^{13}B^{26}=-(A^{13}B^{26}-B^{26}A^{13})$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in S1 is skew-symmetric (and symmetric only if it is zero, which is not guaranteed): S1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$(A^{26}C^{13}-C^{13}A^{26})^{T}=(C^{T})^{13}(A^{T})^{26}-(A^{T})^{26}(C^{T})^{13}$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$=(-C)^{13}A^{26}-A^{26}(-C)^{13}=-C^{13}A^{26}+A^{26}C^{13}$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original matrix, so it is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S2 is true.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skew-symmetric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symmetric: rewrite each expression in that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$X-X^{T}$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skew-symmetric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$X+X^{T}$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symmetric: rewrite each expression in that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S1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skew-symmetric, hence not symmetric in general: S1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$B^{26}=(B^{2})^{13}$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$(B^{T})^{26}=B^{26}$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$(C^{13})^{T}=(-C)^{13}=-C^{13}$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S1: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$X=A^{13}B^{26}$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$X^{T}=(B^{26})^{T}(A^{13})^{T}=B^{26}A^{13}$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S1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skew-symmetric, hence not symmetric in general: S1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S2 matrix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S2 is true.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S2: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$Y=A^{26}C^{13}$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$Y^{T}=(C^{13})^{T}(A^{26})^{T}=-C^{13}A^{26}$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S2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$A^{26}C^{13}-C^{13}A^{26}=Y+Y^{T}$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always symmetric: S2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S2 is true.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(the commutator of a symmetric and a skew matrix is 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Powers: a skew-symmetric matrix raised to an even power is symmetric, to an odd power skew-symmetric; a symmetric matrix stays symmetric to every power.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$(XY)^{T}=Y^{T}X^{T}$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 (the commutator of a symmetric and a skew matrix is 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skew-symmetric.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Powers: a skew-symmetric matrix raised to an even power is symmetric, to an odd power skew-symmetric; a symmetric matrix stays symmetric to every power.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numbers. Consider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numbers. Consider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$A^4=21A+\beta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Matrix polynomials: powers by reduction (Cayley–Hamilton type relations)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compare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$pA+qI$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compare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$A^2=3A+\alpha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$A^3=3A^2+\alpha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$A^3=3(3A+\alpha I)+\alpha A=(9+\alpha)A+3\alpha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$A^4=(9+\alpha)A^2+3\alpha A=(9+\alpha)(3A+\alpha I)+3\alpha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scalar matrix,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$A^4=(27+3\alpha+3\alpha)A+\alpha(9+\alpha)I=(27+6\alpha)A+\alpha(9+\alpha)I$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$A^4=21A+\beta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a scalar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$27+6\alpha=21 \Rightarrow 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$\beta=\alpha(9+\alpha)=(-1)(8)=-8$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Polynomial division: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divisible by the annihilating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Polynomial division: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$x^4-21x-\beta$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divisible by the annihilating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$x^2-3x-\alpha$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(for non-scalar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$A^4-21A-\beta 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(for non-scalar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$x^4-21x-\beta$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$x^4=(x^2-3x-\alpha)(x^2+3x+9+\alpha)+(27+6\alpha)x+\alpha(9+\alpha)$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$x^4-21x-\beta$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$(6+6\alpha)x+\alpha(9+\alpha)-\beta$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$6+6\alpha=0\Rightarrow\alpha=-1$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$\beta=\alpha(9+\alpha)=-8$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Fibonacci-type recursion).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Cayley–Hamilton relation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$A^2=pA+qI$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every power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$A^n=a_nA+b_nI$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$a_{n+1}=pa_n+b_n,\ b_{n+1}=qa_n$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Fibonacci-type recursion).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$A^2-pA-qI=0$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$\lambda^2=p\lambda+q$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Cayley–Hamilton relation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$p=\operatorname{tr}A,\ q=-|A|$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$\begin{pmatrix}e^{t}&amp;e^{-t}(\sin t-2\cos t)&amp;e^{-t}(-2\sin t-\cos t)\\e^{t}&amp;e^{-t}(2\sin t+\cos t)&amp;e^{-t}(\sin t-2\cos t)\\e^{t}&amp;e^{-t}\cos t&amp;e^{-t}\sin t\end{pmatrix}$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$\{k\pi,\ k\in\mathbb Z\}$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$\left\{(2k+1)\dfrac{\pi}{2},\ k\in\mathbb Z\right\}$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$\left\{k\pi+\dfrac{\pi}{4},\ k\in\mathbb Z\right\}$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evaluation and invertibility,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columns, then clear the first column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columns, then clear the first column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$R_1-R_3,\ 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column 1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 of columns 2 and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column 1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each of columns 2 and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$|A|=e^{t}e^{-t}e^{-t}\begin{vmatrix}1&amp;\sin t-2\cos t&amp;-2\sin t-\cos t\\1&amp;2\sin t+\cos t&amp;\sin t-2\cos t\\1&amp;\cos t&amp;\sin t\end{vmatrix}$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invertible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column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$|A|=e^{-t}\begin{vmatrix}0&amp;\sin t-3\cos t&amp;-3\sin t-\cos t\\0&amp;2\sin t&amp;-2\cos t\\1&amp;\cos t&amp;\sin t\end{vmatrix}$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$|A|=e^{-t}\big[(\sin t-3\cos t)(-2\cos t)-(-3\sin t-\cos t)(2\sin t)\big]$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$=e^{-t}\big[-2\sin t\cos t+6\cos^2t+6\sin^2t+2\sin t\cos t\big]=e^{-t}(6\cos^2t+6\sin^2t)=6e^{-t}$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$|A|=6e^{-t}\neq0$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matrix is invertible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trigonometric columns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combinations of fixed vectors, so the determinant factors through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rotation-reflection with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trigonometric columns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t,\sin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combinations of fixed vectors, so the determinant factors through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rotation-reflection with determinant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Column 2 (without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3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multilinearity,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$u=(1,1,1)^{T},\ p=(-2,1,1)^{T},\ q=(1,2,0)^{T}$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Column 2 (without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t\,p+\sin t\,q$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column 3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t\,p-\cos t\,q$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$|A|=e^{t}e^{-2t}\det[\,u,\ \cos t\,p+\sin t\,q,\ \sin t\,p-\cos t\,q\,]$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multilinearity,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$\det[u,\ \alpha p+\beta q,\ \gamma p+\delta q]=(\alpha\delta-\beta\gamma)\det[u,p,q]$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$(\alpha,\beta,\gamma,\delta)=(\cos t,\sin t,\sin t,-\cos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$-\cos^2t-\sin^2t=-1$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$\det[u,p,q]=\begin{vmatrix}1&amp;-2&amp;1\\1&amp;1&amp;2\\1&amp;1&amp;0\end{vmatrix}=1(0-2)+2(0-2)+1(1-1)=-6$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$|A|=e^{-t}\cdot(-1)\cdot(-6)=6e^{-t}\ne0$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columns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rotation/reflection of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never vanishes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column are 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scalar functions out of columns/rows first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an exponential factor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invertibility depends only on the remaining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collapses such trigonometric determinants to a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columns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t\,p+\sin t\,q$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t\,p-\cos t\,q$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rotation/reflection of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$\mp\det[\cdot,p,q]$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never vanishes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column are dependent.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scalar functions out of columns/rows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$e^{t}\cdot e^{-t}\cdot e^{-t}$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here); an exponential factor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invertibility depends only on the remaining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$\cos^2t+\sin^2t=1$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collapses such trigonometric determinants to a constant.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$A=\begin{pmatrix}m&amp;n\\p&amp;q\end{pmatrix}$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$d=|A|\ne0$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$|A-d(\operatorname{adj}A)|=0$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$1+d^2=(m+q)^2$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$(1+d)^2=m^2+q^2$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$1+d^2=m^2+q^2$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determinants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determinants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the diagonal and negates the off-diagonal entries,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explicit.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swaps the diagonal and negates the off-diagonal entries,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explicit.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$d=mq-np$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$\operatorname{adj}A=\begin{pmatrix}q&amp;-n\\-p&amp;m\end{pmatrix}$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$A-d\operatorname{adj}A=\begin{pmatrix}m-dq&amp;n+dn\\p+dp&amp;q-dm\end{pmatrix}$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$|A-d\operatorname{adj}A|=0\Rightarrow(m-dq)(q-dm)-(d+1)^2np=0$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$mq-dm^2-dq^2+d^2mq-(d+1)^2np=0$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$mq(1+d^2)-d(m^2+q^2)=(d+1)^2np$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$np=mq-d$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$mq(1+d^2)-d(m^2+q^2)=(d+1)^2(mq-d)=(d^2+2d+1)mq-(d+1)^2d$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$-d(m^2+q^2)-2d\,mq=-(d+1)^2d \Rightarrow d\big[(m+q)^2-(d+1)^2\big]=0$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$(m+q)^2=(1+d)^2$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(Cayley–Hamilton),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$\operatorname{adj}A=(\operatorname{tr}A)I-A$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(Cayley–Hamilton),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$A-d\operatorname{adj}A$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Cayley–Hamilton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$T=m+q=\operatorname{tr}A$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Cayley–Hamilton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$A^2-TA+dI=0$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$\operatorname{adj}A=TI-A$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$A-d\operatorname{adj}A=A-d(TI-A)=(1+d)A-dT\,I$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$|xA-yI|=x^2d-xyT+y^2$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$x=1+d,\ y=dT$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$|\cdot|=d(1+d)^2-(1+d)dT\cdot T+d^2T^2$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$=d\big[(1+d)^2-(1+d)T^2+dT^2\big]=d\big[(1+d)^2-T^2\big]$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this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$(1+d)^2=T^2=(m+q)^2$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(the characteristic polynomial, homogenised).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$\operatorname{adj}A=(\operatorname{tr}A)\,I-A$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$A^{2}-(\operatorname{tr}A)A+|A|I=0$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$|xA-yI|=x^2|A|-xy\operatorname{tr}A+y^2$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(the characteristic polynomial, homogenised).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$A\operatorname{adj}A=|A|I$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$A-d\operatorname{adj}A$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$\lambda-d^2/\lambda$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$|\operatorname{adj}P|&gt;1$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$|\operatorname{adj}P|=\dfrac12$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singular matrix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Transpose of a matrix and matrix equations, Adjoint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Transpose the relation and substitute back: you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Transpose the relation and substitute back: you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$(a^2-1)(P+I)=0$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transpose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transpose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$P=aP^{T}+(a-1)I$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$P=a\big(aP+(a-1)I\big)+(a-1)I$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$P=a^2P+a(a-1)I+(a-1)I=a^2P+(a^2-1)I$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non-singular, so (D) is false.)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$(a^2-1)P+(a^2-1)I=0 \Rightarrow (a^2-1)(P+I)=0$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$\operatorname{adj}P=\operatorname{adj}(-I)$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$|\operatorname{adj}P|=|\operatorname{adj}(-I)|=|-I|^{2}=\big((-1)^3\big)^2=1$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non-singular, so (D) is false.)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relation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$Q=P+I$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relation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$Q^{T}=aQ$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$Q^{T}=aQ$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Transposing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$Q^{T}=P^{T}+I=aP+(a-1)I+I=aP+aI=aQ$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Transposing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$Q^{T}=aQ$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$Q=aQ^{T}=a\cdot aQ=a^2Q$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$(a^2-1)Q=0$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$|\operatorname{adj}(-I)|=1$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$|\operatorname{adj}P|=|P|^{2}=(-1)^2=1$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skew-symmetric).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trick: when a relation has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fixed point of the map) to remove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$X^{T}=kX$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$X=k^2X$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symmetric,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skew-symmetric).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trick: when a relation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$P^{T}=aP+(a-1)I$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fixed point of the map) to remove the constant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$|\operatorname{adj}P|=|P|^{n-1}$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diagonal elements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$A=\begin{pmatrix}1&amp;0&amp;0\\0&amp;4&amp;-1\\0&amp;12&amp;-3\end{pmatrix}$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diagonal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$4097$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Idempotent matrices and binomial expansion of matrices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positive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positive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binomial expansion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$A^2=\begin{pmatrix}1&amp;0&amp;0\\0&amp;4&amp;-1\\0&amp;12&amp;-3\end{pmatrix}\begin{pmatrix}1&amp;0&amp;0\\0&amp;4&amp;-1\\0&amp;12&amp;-3\end{pmatrix}=\begin{pmatrix}1&amp;0&amp;0\\0&amp;4&amp;-1\\0&amp;12&amp;-3\end{pmatrix}=A$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commutes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$(A+I)^{11}={}^{11}C_0A^{11}+{}^{11}C_1A^{10}+\dots+{}^{11}C_{10}A+{}^{11}C_{11}I$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$(A+I)^{11}=A\big({}^{11}C_0+{}^{11}C_1+\dots+{}^{11}C_{10}\big)+I=A(2^{11}-1)+I$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$(A+I)^{11}=\big[1\cdot(2^{11}-1)+1\big]+\big[4(2^{11}-1)+1\big]+\big[(-3)(2^{11}-1)+1\big]$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$=2^{11}+4(2^{11}-1)+1-3(2^{11}-1)+1=2\cdot2^{11}+1=2^{12}+1=4097$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idempotent matrix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and its trace equals its rank; use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idempotent matrix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only, and its trace equals its rank; use eigenvalues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(checked), so every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two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trace of an idempotent counts the eigenvalues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(checked), so every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$\operatorname{tr}A=1+4-3=2$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two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trace of an idempotent counts the eigenvalues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$2^{11},2^{11},1$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$=2^{11}+2^{11}+1=2^{12}+1=4097$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idempotent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idempotent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rank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a function of a diagonalisable matrix = sum of the function over its eigenvalues: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$A^k=A$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$(A+I)^n=I+(2^n-1)A$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idempotent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$(xA+yI)^n=y^nI+\big((x+y)^n-y^n\big)A$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idempotent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$\operatorname{tr}A=\operatorname{rank}A$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of a function of a diagonalisable matrix = sum of the function over its eigenvalues: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$\operatorname{tr}f(A)=\sum f(\lambda_i)$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symmetric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symmetric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$\begin{pmatrix}2&amp;1\\3&amp;\frac32\end{pmatrix}A=\begin{pmatrix}1&amp;2\\\alpha&amp;\beta\end{pmatrix}$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 s}{\alpha^2}$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matrices and matrix equations,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first-row equations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$A=\begin{pmatrix}a&amp;b\\b&amp;d\end{pmatrix}$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first-row equations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$A=\begin{pmatrix}a&amp;b\\b&amp;d\end{pmatrix}$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$\begin{pmatrix}2&amp;1\\3&amp;\frac32\end{pmatrix}\begin{pmatrix}a&amp;b\\b&amp;d\end{pmatrix}=\begin{pmatrix}2a+b&amp;2b+d\\3a+\frac{3b}2&amp;3b+\frac{3d}2\end{pmatrix}=\begin{pmatrix}1&amp;2\\\alpha&amp;\beta\end{pmatrix}$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$3a+\dfrac{3b}2=\alpha$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$3b+\dfrac{3d}2=\beta$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...(5).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(5):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(5):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$d=2-2b=4a$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$4a^2-(1-2a)^2=4a-1=2\Rightarrow a=\dfrac34$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$b=-\dfrac12,\ 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$\alpha=\dfrac94-\dfrac34=\dfrac32$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$\beta=-\dfrac32+\dfrac92=3$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$s=a+d=\dfrac34+3=\dfrac{15}4$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 s}{\alpha^2}=\dfrac{3\cdot\frac{15}4}{\frac94}=5$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of the left matrix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1, so row 2 of the product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of the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2 of the left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$\tfrac32\times$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1, so row 2 of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$\tfrac32\times$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row 1 of the product: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drops out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row 2 of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of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of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$\begin{pmatrix}2&amp;1\\3&amp;\frac32\end{pmatrix}$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$\tfrac32(2,1)$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row 2 of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$=\tfrac32\times$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of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of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$(\alpha,\beta)=\tfrac32(1,2)=\left(\tfrac32,3\right)$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row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row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$|A|=ad-b^2=4a-1=2\Rightarrow a=\tfrac34$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$s=a+d=\tfrac{15}4$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$\dfrac{\beta s}{\alpha^2}=\dfrac{3\cdot\frac{15}4}{\frac94}=5$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combination of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the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prescribes: dependent rows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dependence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three unknowns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three equations; use the structure to eliminate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combination of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the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prescribes: dependent rows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same dependence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singular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three unknowns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three equations; use the structure to eliminate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determinant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$\operatorname{adj}\big(2\cdot\operatorname{adj}(2A^{-1})\big)$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twice, then compare the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$|\operatorname{adj}X|=|X|^{n-1}$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$|kX|=k^n|X|$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twice, then compare the exponent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$|A^{-1}|=\dfrac1{|A|}=\dfrac12$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$\big|\operatorname{adj}\big(2\operatorname{adj}(2A^{-1})\big)\big|=\big|2\operatorname{adj}(2A^{-1})\big|^{n-1}$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$|2\operatorname{adj}(2A^{-1})|=2^{n}\,|\operatorname{adj}(2A^{-1})|=2^{n}\,|2A^{-1}|^{n-1}$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$|2A^{-1}|=2^n|A^{-1}|=2^{n}\cdot2^{-1}=2^{n-1}$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$|2\operatorname{adj}(2A^{-1})|=2^{n}\,\big(2^{n-1}\big)^{n-1}=2^{n+(n-1)^2}$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$\big(2^{n+(n-1)^2}\big)^{n-1}=2^{(n-1)\left[n+(n-1)^2\right]}=2^{n(n-1)+(n-1)^3}$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$(n-1)(n^2-n+1)=84$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left side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matrix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inner matrix is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matrix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$\operatorname{adj}(2A^{-1})=2^{n-2}A$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$\operatorname{adj}A=2A^{-1}$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inner matrix is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$\operatorname{adj}(A^{-1})=\dfrac{A}{|A|}=\dfrac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$\operatorname{adj}(2A^{-1})=2^{n-1}\cdot\dfrac A2=2^{n-2}A$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$2\operatorname{adj}(2A^{-1})=2^{n-1}A$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$\operatorname{adj}\big(2^{n-1}A\big)=2^{(n-1)^2}\operatorname{adj}A=2^{(n-1)^2}\cdot2A^{-1}$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$\operatorname{adj}A=|A|A^{-1}=2A^{-1}$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matrix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$2^{(n-1)^2+1}A^{-1}$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$2^{n[(n-1)^2+1]}\cdot\dfrac12$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$n[(n-1)^2+1]-1=84\Rightarrow n^3-2n^2+2n-85=0$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$(n-5)(n^2+3n+17)=0$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adjoints: peel scalars out one layer at a time (via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long exponent chains.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unique positive solution because the left side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$|kX|=k^n|X|$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$\operatorname{adj}(X^{-1})=X/|X|$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adjoints: peel scalars out one layer at a time (via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avoid long exponent chains.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$(n-1)(n^2-n+1)=84$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unique positive solution because the left side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entries is a prime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$a_{ij}\in\mathbb Z\cap[0,4]$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i,j\le2$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sum of all entries is a prime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$p\in(2,13)$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matrices with integer entries, Permutations and combinations: bounded integer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𝑒𝑎𝑐ℎ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generating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$a+b+c+d=p$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$0\le\text{each}\le4$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$p=3,5,7,11$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generating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$(1-x^5)^4(1-x)^{-4}$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entry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primes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each entry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$(1+x+x^2+x^3+x^4)^4=(1-x^5)^4(1-x)^{-4}$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${}^{4+3-1}C_3={}^6C_3=20$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$(1-4x^5)(1-x)^{-4}\to 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${}^{8}C_5-4\cdot{}^{3}C_0=56-4=52$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$(1-4x^5)(1-x)^{-4}\to 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${}^{10}C_7-4\cdot{}^{5}C_2=120-40=80$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$(1-4x^5+6x^{10})(1-x)^{-4}\to 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${}^{14}C_{11}-4\cdot{}^{9}C_6+6\cdot{}^{4}C_1=364-336+24=52$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$=20+52+80+52=204$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Enumerate by the multiset of entries (partition type) and count arrangements;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Enumerate by the multiset of entries (partition type) and count arrangements;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$x\to4-x$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each entry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solutions of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solutions of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multisets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arrangements),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Replacing each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solutions of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solutions of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$N(11)=N(5)$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$\{3,0,0,0\}$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 arrangements),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$\{2,1,0,0\}$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$\{1,1,1,0\}$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$\{4,1,0,0\}$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$\{3,2,0,0\}$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$\{3,1,1,0\}$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$\{2,2,1,0\}$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$\{2,1,1,1\}$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$N(11)=52$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(24),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$\{4,3,0,0\}$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$\{4,2,1,0\}$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$\{4,1,1,1\}$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$\{3,3,1,0\}$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$\{3,2,2,0\}$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$\{3,2,1,1\}$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(12),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$\{2,2,2,1\}$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$=20+52+80+52=204$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(inclusion–exclusion).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to halve the work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entries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cross-check a case-by-case total against a known structure such as the symmetric profile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$x_1+\dots+x_k=s$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x_i\le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$\big(\tfrac{1-x^{m+1}}{1-x}\big)^k$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$=\sum_j(-1)^j\binom kj\binom{s-j(m+1)+k-1}{k-1}$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(inclusion–exclusion).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$x_i\to m-x_i$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$N(s)=N(km-s)$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to halve the work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$N(11)=N(5)$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with entries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$\{0,..,4\}$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$5^4=625$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cross-check a case-by-case total against a known structure such as the symmetric profile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$N(s)=N(16-s)$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$A=\dfrac12\begin{pmatrix}1&amp;\sqrt3\\-\sqrt3&amp;1\end{pmatrix}$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$A^{30}-A^{25}=2I$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$A^{30}+A^{25}+A=I$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$A^{30}+A^{25}-A=I$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$A^{30}=A^{25}$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matrices and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$A=\begin{pmatrix}\cos\theta&amp;\sin\theta\\-\sin\theta&amp;\cos\theta\end{pmatrix}$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$\theta=60^\circ$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$A(\alpha)A(\beta)=A(\alpha+\beta)$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$A=\begin{pmatrix}\frac12&amp;\frac{\sqrt3}2\\-\frac{\sqrt3}2&amp;\frac12\end{pmatrix}=\begin{pmatrix}\cos60^\circ&amp;\sin60^\circ\\-\sin60^\circ&amp;\cos60^\circ\end{pmatrix}=A\!\left(\tfrac\pi3\right)$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$A(\theta)=\begin{pmatrix}\cos\theta&amp;\sin\theta\\-\sin\theta&amp;\cos\theta\end{pmatrix}$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$A(\alpha)A(\beta)=A(\alpha+\beta)$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$A^{n}=A(n\theta)$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$A^{30}=\begin{pmatrix}\cos30\frac\pi3&amp;\sin30\frac\pi3\\-\sin30\frac\pi3&amp;\cos30\frac\pi3\end{pmatrix}=\begin{pmatrix}\cos10\pi&amp;\sin10\pi\\-\sin10\pi&amp;\cos10\pi\end{pmatrix}=\begin{pmatrix}1&amp;0\\0&amp;1\end{pmatrix}=I$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$A^{25}=\begin{pmatrix}\cos\frac{25\pi}3&amp;\sin\frac{25\pi}3\\-\sin\frac{25\pi}3&amp;\cos\frac{25\pi}3\end{pmatrix}=\begin{pmatrix}\frac12&amp;\frac{\sqrt3}2\\-\frac{\sqrt3}2&amp;\frac12\end{pmatrix}=A$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$\frac{25\pi}3=8\pi+\frac\pi3$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$A^{30}+A^{25}-A=I+A-A=I$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$\operatorname{tr}A=1,\ |A|=1$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$A^2-A+I=0$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$A^6=I$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$\operatorname{tr}A=\tfrac12+\tfrac12=1$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$|A|=\tfrac14+\tfrac34=1$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$(A+I)(A^2-A+I)=A^3+I=0$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$A^6=I$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$A^{30}=(A^6)^5=I$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$A^{25}=(A^6)^4A=A$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$A^{30}+A^{25}-A=I$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(matrix de Moivre); these matrices commute and form a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eigenvalues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repeats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$\begin{pmatrix}\cos\theta&amp;\sin\theta\\-\sin\theta&amp;\cos\theta\end{pmatrix}^n=\begin{pmatrix}\cos n\theta&amp;\sin n\theta\\-\sin n\theta&amp;\cos n\theta\end{pmatrix}$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(matrix de Moivre); these matrices commute and form a group.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repeats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$2\pi/\theta$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Main April 2023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Q31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every question (single correct and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diagonal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$A=[a_{ij}]_{2\times2}$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sum of all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Trace and determinant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Trace and determinant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non-zero off-diagonal entries forces the diagonal entries to be opposite: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non-zero off-diagonal entries forces the diagonal entries to be opposite: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$p+s=0$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entries non-zero),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$A^2=\begin{pmatrix}p^2+qr&amp;pq+qs\\rp+rs&amp;qr+s^2\end{pmatrix}=I$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$qr+s^2=1$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entries non-zero),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$q(p+s)=0$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$b=|A|=ps-qr=-p^2-qr$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$=-(p^2+qr)=-1$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$3a^2+4b^2=3\cdot0+4\cdot1=4$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non-scalar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$A^2-aA+bI=0$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$(1+b)I=aA$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non-scalar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$a=0,\ b=-1$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scalar matrix with zero off-diagonal entries, contradicting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$A^2-aA+bI=0$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$(1+b)I=aA$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$A=\dfrac{1+b}{a}I$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a scalar matrix with zero off-diagonal entries,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$(1+b)I=0$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$3a^2+4b^2=4$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involution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in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any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𝑠𝑐𝑎𝑙𝑎𝑟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non-scalar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reflection matrices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real involutions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involution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that any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$A^2=\text{scalar}\cdot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non-scalar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reflection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$\begin{pmatrix}\cos2\phi&amp;\sin2\phi\\\sin2\phi&amp;-\cos2\phi\end{pmatrix}$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real involutions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$P^{\alpha}+P^{\beta}=\gamma 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$P^{\alpha}-P^{\beta}=\delta 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polynomial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powers of a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polynomial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powers of a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are Fibonacci numbers up to sign,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 down the exponents.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every power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$xI+yP$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-coefficients are Fibonacci numbers up to sign,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$-29,-13$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 down the exponents.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$P^4=(I-P)^2=I+P^2-2P=I+I-P-2P=2I-3P$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$P^8=(P^4)^2=(2I-3P)^2=4I+9P^2-12P=4I+9(I-P)-12P=13I-21P$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$P^6=P^4\cdot P^2=(2I-3P)(I-P)=2I-5P+3P^2=2I-5P+3(I-P)=5I-8P$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$P^8+P^6=18I-29P$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$P^8-P^6=8I-13P$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$P^{\alpha}+P^{\beta}=\gamma I-29P$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$P^{\alpha}-P^{\beta}=\delta I-13P$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$\alpha=8,\ \beta=6,\ \gamma=18,\ \delta=8$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$\alpha+\beta+\gamma-\delta=8+6+18-8=24$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Closed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Fibonacci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the exponents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Closed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$P^n=(-1)^nF_{n-1}I+(-1)^{n+1}F_nP$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Fibonacci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the exponents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repeatedly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subtracting the two given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repeatedly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$P^n=a_nI+b_nP$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$a_{n+1}=b_n$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$b_{n+1}=a_n-b_n$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$P^2=I-P,\ P^3=-I+2P,\ P^4=2I-3P,\ P^5=-3I+5P,\ P^6=5I-8P,\ P^7=-8I+13P,\ P^8=13I-21P$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$(-1)^{n+1}F_n$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$F_n=1,1,2,3,5,8,13,21,\dots$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$(-1)^nF_{n-1}$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and subtracting the two given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$2P^{\alpha}=(\gamma+\delta)I-42P$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$2P^{\beta}=(\gamma-\delta)I-16P$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$(-1)^{n+1}F_n=-21\Rightarrow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$F_n=21\Rightarrow\alpha=8$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$(-1)^{n+1}F_n=-8\Rightarrow\beta=6$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$\gamma+\delta=2\cdot13=26$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$\gamma-\delta=2\cdot5=10$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$\gamma=18,\ \delta=8$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$\alpha+\beta+\gamma-\delta=24$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powers grow like Fibonacci numbers (no finite cycle):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Contrast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is a fast way to high powers: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with the same relation (used above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matrix; a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irrational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$P^2=I-P$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powers grow like Fibonacci numbers (no finite cycle):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$P^n=(-1)^nF_{n-1}I+(-1)^{n+1}F_nP$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$13I-21P$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Contrast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$P^2=-P-I$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is a fast way to high powers: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$P^{2n}=(P^n)^2$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with the same relation (used above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off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legitimate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matrix; a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irrational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$A=\begin{pmatrix}2&amp;1&amp;0\\1&amp;2&amp;-1\\0&amp;-1&amp;2\end{pmatrix}$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$|\operatorname{adj}(\operatorname{adj}(\operatorname{adj}2A))|=(16)^n$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the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the determinant: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$|\operatorname{adj}^3X|=|X|^{8}$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$|A|=2(4-1)-1(2-0)+0=6-2=4$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$|2A|=2^3\cdot4=32$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$|\operatorname{adj}(\operatorname{adj}(\operatorname{adj}2A))|=|\operatorname{adj}(\operatorname{adj}2A)|^2=|\operatorname{adj}2A|^4$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$=|2A|^{8}=(8|A|)^8=32^8$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$32^8=2^{40}=16^{10}$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scalar out step by step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scalar out step by step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$\operatorname{adj}(2A)=2^2\operatorname{adj}A=4\operatorname{adj}A$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$\operatorname{adj}(4\operatorname{adj}A)=4^2\operatorname{adj}(\operatorname{adj}A)=16\,|A|\,A=64A$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$\operatorname{adj}(64A)=64^2\operatorname{adj}A=4096\operatorname{adj}A$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$|4096\operatorname{adj}A|=4096^3|\operatorname{adj}A|=2^{36}\cdot|A|^2=2^{36}\cdot2^4=2^{40}=16^{10}$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include the scalar in the determinant: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shorten nested adjoints.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$|\operatorname{adj}^{k}X|=|X|^{(n-1)^{k}}$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exponents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$2,4,8,\dots$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include the scalar in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$\operatorname{adj}(\operatorname{adj}X)=|X|^{n-2}X$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lets you shorten nested adjoints.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$P=\begin{pmatrix}\frac{\sqrt3}2&amp;\frac12\\-\frac12&amp;\frac{\sqrt3}2\end{pmatrix}$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$A=\begin{pmatrix}1&amp;1\\0&amp;1\end{pmatrix}$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$Q=PAP^{T}$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$P^{T}Q^{2007}P=\begin{pmatrix}a&amp;b\\c&amp;d\end{pmatrix}$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$2a+b-3c-4d$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matrices and similarity transformations, Powers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$PP^{T}=I$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$Q^{n}=PA^{n}P^{T}$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$P^{T}Q^{n}P=A^{n}$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(2007 factors).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$PP^{T}=\begin{pmatrix}\frac{\sqrt3}2&amp;\frac12\\-\frac12&amp;\frac{\sqrt3}2\end{pmatrix}\begin{pmatrix}\frac{\sqrt3}2&amp;-\frac12\\\frac12&amp;\frac{\sqrt3}2\end{pmatrix}=\begin{pmatrix}1&amp;0\\0&amp;1\end{pmatrix}=I=P^{T}P$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$P^{T}Q^{2007}P=P^{T}\big[(PAP^{T})(PAP^{T})\cdots(PAP^{T})\big]P$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(2007 factors).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$P^{T}P=I$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$Q^{2007}=PA^{2007}P^{T}$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$P^{T}Q^{2007}P=P^{T}PA^{2007}P^{T}P=A^{2007}$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2007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$A^2=\begin{pmatrix}1&amp;2\\0&amp;1\end{pmatrix},\ A^3=\begin{pmatrix}1&amp;3\\0&amp;1\end{pmatrix},\ \dots,\ A^{2007}=\begin{pmatrix}1&amp;2007\\0&amp;1\end{pmatrix}$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b=2007,\ c=0,\ 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$2a+b-3c-4d=2+2007-0-4=2005$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theorem, without computing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conjugation).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$A^{2007}=I+2007N$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binomial theorem, without computing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$A^2,A^3$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$P^{T}Q^nP=A^n$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conjugation).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2007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$P^{T}=P^{-1}$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$PP^{T}=I$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$Q=PAP^{-1}$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similar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$Q^{n}=PA^{n}P^{-1}$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$P^{T}Q^{2007}P=P^{-1}(PA^{2007}P^{-1})P=A^{2007}$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$N=\begin{pmatrix}0&amp;1\\0&amp;0\end{pmatrix}$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$A^{n}=I+nN=\begin{pmatrix}1&amp;n\\0&amp;1\end{pmatrix}$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$A^{2007}=\begin{pmatrix}1&amp;2007\\0&amp;1\end{pmatrix}$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$a=1,b=2007,c=0,d=1$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$2a+b-3c-4d=2005$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matrices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orthogonal with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invertible,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$(PAP^{-1})^{n}=PA^{n}P^{-1}$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$P^{-1}=P^{T}$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$\begin{pmatrix}1&amp;a\\0&amp;1\end{pmatrix}^{n}=\begin{pmatrix}1&amp;na\\0&amp;1\end{pmatrix}$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(nilpotent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$(I+N)^n=I+nN$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$\begin{pmatrix}\cos\theta&amp;\sin\theta\\-\sin\theta&amp;\cos\theta\end{pmatrix}$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orthogonal with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$A=\begin{pmatrix}1&amp;5\\\lambda&amp;10\end{pmatrix}$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$A^{-1}=\alpha 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$4\alpha^2+\beta^2+\lambda^2$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Cayley–Hamilton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Cayley–Hamilton theorem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expresses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combination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characteristic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$\begin{vmatrix}1-x&amp;5\\\lambda&amp;10-x\end{vmatrix}=0\Rightarrow x^2-11x+10-5\lambda=0$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$A^2-11A+(10-5\lambda)I=0$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$A-11I+(10-5\lambda)A^{-1}=0$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$(10-5\lambda)A^{-1}=-A+11I$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$A^{-1}=\dfrac{-1}{10-5\lambda}A+\dfrac{11}{10-5\lambda}I$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$\alpha=\dfrac{-1}{10-5\lambda}$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$\beta=\dfrac{11}{10-5\lambda}$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$\alpha+\beta=-2\Rightarrow\dfrac{10}{10-5\lambda}=-2\Rightarrow10-5\lambda=-5\Rightarrow\lambda=3$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$\alpha=\dfrac15,\ \beta=-\dfrac{11}5$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$4\alpha^2+\beta^2+\lambda^2=\dfrac4{25}+\dfrac{121}{25}+9=5+9=14$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characteristic equation).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$A^{-1}=\frac1{|A|}\operatorname{adj}A$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 A+\beta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 characteristic equation).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same).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$|A|=10-5\lambda$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$A^{-1}=\dfrac1{10-5\lambda}\begin{pmatrix}10&amp;-5\\-\lambda&amp;1\end{pmatrix}$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A+\beta I=\begin{pmatrix}\alpha+\beta&amp;5\alpha\\\lambda\alpha&amp;10\alpha+\beta\end{pmatrix}$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$5\alpha=\dfrac{-5}{10-5\lambda}\Rightarrow\alpha=\dfrac{-1}{10-5\lambda}$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same).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$\alpha+\beta=\dfrac{10}{10-5\lambda}$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$\dfrac{10}{10-5\lambda}=-2\Rightarrow\lambda=3$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$\beta=-2-\dfrac15=-\dfrac{11}5$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$10\alpha+\beta=2-\frac{11}5=-\frac15=\frac1{-5}$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✓.)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$4\alpha^2+\beta^2+\lambda^2=14$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in general: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inverse as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$A^{-1}=\dfrac{(\operatorname{tr}A)I-A}{|A|}$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$\alpha=-\dfrac1{|A|}$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$\beta=\dfrac{\operatorname{tr}A}{|A|}$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$\alpha+\beta=\dfrac{\operatorname{tr}A-1}{|A|}$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$\beta/\alpha=-\operatorname{tr}A$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$\beta=-11\alpha$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in 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$\chi_A(x)=|xI-A|$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the inverse as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$\big|\,3\operatorname{adj}\big(|3A|A^{2}\big)\big|$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$3^{11}\cdot6^{10}$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$3^{12}\cdot6^{10}$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$3^{10}\cdot6^{11}$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$3^{12}\cdot6^{11}$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number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$|3A|$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number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$|kX|=k^3|X|$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$|\operatorname{adj}X|=|X|^2$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scalar), so the matrix inside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$|3A|=3^3|A|=27\cdot2=54$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scalar), so the matrix inside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$\big|3\operatorname{adj}(54A^2)\big|=3^3\,\big|\operatorname{adj}(54A^2)\big|=3^3\,\big|54A^2\big|^2$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$|54A^2|=54^3|A|^2$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$\big|54A^2\big|^2=54^6|A|^4$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$3^3\cdot54^6\cdot|A|^4=3^3\cdot(2\cdot3^3)^6\cdot2^4=3^3\cdot2^6\cdot3^{18}\cdot2^4=3^{21}\cdot2^{10}$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$3^{21}\cdot2^{10}=3^{11}\cdot(3\cdot2)^{10}=3^{11}\cdot6^{10}$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depends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evaluate it for a convenient matrix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depends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evaluate it for a convenient matrix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$A=\operatorname{diag}(2,1,1)$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determinant: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$A=\operatorname{diag}(2,1,1)$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$3A=\operatorname{diag}(6,3,3)$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$54A^2=\operatorname{diag}(216,54,54)$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diagonal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$\operatorname{adj}=\operatorname{diag}(d_2d_3,d_1d_3,d_1d_2)$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$\operatorname{adj}(54A^2)=\operatorname{diag}(54^2,\ 216\cdot54,\ 216\cdot54)$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take the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$3^3\cdot54^2\cdot(216\cdot54)^2=27\cdot54^4\cdot216^2=3^3\cdot(2\cdot3^3)^4\cdot(2^3\cdot3^3)^2=2^{10}\cdot3^{21}$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$2^{10}3^{21}=3^{11}6^{10}$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appearing inside a matrix expression is just a number: simplify it first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two scalings separate.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depends only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with a diagonal matrix of the same determinant to verify.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appearing inside a matrix expression is just a number: simplify it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$|3A|=3^n|A|$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$|\operatorname{adj}(kX)|=\big(k^n|X|\big)^{n-1}$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$|k\operatorname{adj}X|=k^n|X|^{n-1}$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keep the two scalings separate.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answer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test with a diagonal matrix of the same determinant to verify.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$A=\dfrac1{5!\,6!\,7!}\begin{pmatrix}5!&amp;6!&amp;7!\\6!&amp;7!&amp;8!\\7!&amp;8!&amp;9!\end{pmatrix}$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$|\operatorname{adj}(\operatorname{adj}(2A))|$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factor extraction and evaluation,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three rows: the factorials cancel the prefactor and leave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$5!,6!,7!$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the three rows: the factorials cancel the prefactor and leave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$\begin{vmatrix}1&amp;6&amp;42\\1&amp;7&amp;56\\1&amp;8&amp;72\end{vmatrix}=2$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rows 1, 2, 3: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prefactor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read as the factor of the determinant, as in the key).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common from rows 1, 2,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$|A|=\dfrac1{5!\,6!\,7!}\times5!\,6!\,7!\begin{vmatrix}1&amp;6&amp;42\\1&amp;7&amp;56\\1&amp;8&amp;72\end{vmatrix}$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prefactor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$\frac1{5!6!7!}$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read as the factor of the determinant, as in the key).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$R_3\to R_3-R_2$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$|A|=\begin{vmatrix}1&amp;6&amp;42\\0&amp;1&amp;14\\0&amp;1&amp;16\end{vmatrix}$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$|A|=1\cdot(16-14)=2$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$|\operatorname{adj}(\operatorname{adj}X)|=|X|^{(n-1)^2}=|X|^4$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$|\operatorname{adj}(\operatorname{adj}2A)|=|2A|^4=(2^3\cdot2)^4=2^{16}$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factorial matrix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reduced determinant is a Vandermonde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factorial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$(4+i)!\,\big(1,\ x,\ x(x+1)\big)$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$x=5+i$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reduced determinant is a Vandermonde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reduced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reduced determinant is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Vandermonde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$5!\,(1,6,6\cdot7)$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$6!\,(1,7,7\cdot8)$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$7!\,(1,8,8\cdot9)$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reduced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$(1,x,x^2+x)$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operation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$C_3\to C_3-C_2$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reduced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$\begin{vmatrix}1&amp;x&amp;x^2\end{vmatrix}$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$x=6,7,8$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Vandermonde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reading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$=(7-6)(8-6)(8-7)=1\cdot2\cdot1=2$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reading 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$|\operatorname{adj}(\operatorname{adj}2A)|=|2A|^{4}=(8\cdot2)^4=2^{16}$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(Vandermonde); a column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reduced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subtracting another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or columns of factorials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multiples of each other by simple polynomials: factor out the smallest factorial of each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$\begin{vmatrix}1&amp;x_1&amp;x_1^2\\1&amp;x_2&amp;x_2^2\\1&amp;x_3&amp;x_3^2\end{vmatrix}=(x_2-x_1)(x_3-x_1)(x_3-x_2)$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(Vandermonde); a column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reduced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subtracting another column.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or columns of factorials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$n!,(n+1)!,\dots$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multiples of each other by simple polynomials: factor out the smallest factorial of each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$|\operatorname{adj}(\operatorname{adj}X)|=|X|^{(n-1)^2}$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real entries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$A'=\alpha 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R-\{-1,1\}$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$\det(A^2-A)=4$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Transpose and matrix equations,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Transpose and matrix equations,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$|A^2-A|$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twice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Transposing the relation twice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$A=\dfrac{I}{1-\alpha}$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scalar matrix,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$\det(A^2-A)$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Transpose: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$A^{T}=\alpha A+I$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Transpose: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 A^{T}+I=\alpha(\alpha A+I)+I=\alpha^2A+(\alpha+1)I$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$A(1-\alpha^2)=(\alpha+1)I$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$A=\dfrac{I}{1-\alpha}$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$|A|=\dfrac1{(1-\alpha)^2}$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$|A^2-A|=|A|\,|A-I|$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$A-I=\dfrac{I}{1-\alpha}-I=\dfrac{\alpha}{1-\alpha}I$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$|A-I|=\left(\dfrac\alpha{1-\alpha}\right)^2$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$|A^2-A|=4\Rightarrow\dfrac1{(1-\alpha)^2}\cdot\dfrac{\alpha^2}{(1-\alpha)^2}=4\Rightarrow\dfrac{\alpha}{(1-\alpha)^2}=\pm2$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allowed), sum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$2(1-\alpha)^2=\alpha\Rightarrow2\alpha^2-5\alpha+2=0\Rightarrow\alpha=2$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allowed),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$2(1-\alpha)^2=-\alpha\Rightarrow2\alpha^2-3\alpha+2=0$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$9-16&lt;0$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work with the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$A=cI$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known, work with the scalar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$c=\frac1{1-\alpha}$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$\det(A^2-A)=(c^2-c)^2$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relation,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transposing twice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relation,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transposing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$(1-\alpha)A=I$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$c=\dfrac1{1-\alpha}$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$A^2-A=(c^2-c)I$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$\det(A^2-A)=(c^2-c)^2=4\Rightarrow c^2-c=\pm2$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$c^2-c-2=0\Rightarrow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$c^2-c+2=0$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$c=2\Rightarrow1-\alpha=\tfrac12\Rightarrow\alpha=\tfrac12$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$c=-1\Rightarrow1-\alpha=-1\Rightarrow\alpha=2$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(neither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$=\tfrac12+2=\tfrac52$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transposing twice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scalar.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scalar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determinant of a quadratic expression into a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$A^{T}=\alpha 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transposing twice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$A=\dfrac{\beta}{1-\alpha}I$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scalar.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$A^{T}-A=\beta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$A+A^{T}=\beta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scalar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$|f(A)|=f(c)^n$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$|A^2-A|=(c^2-c)^2$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$\det(XY)=\det X\det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$A^2-A=A(A-I)$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determinant of a quadratic expression into a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sample space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𝑖𝑠 𝑖𝑛𝑣𝑒𝑟𝑡𝑖𝑏𝑙𝑒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$S=\{M=[a_{ij}],\ a_{ij}\in\{0,1,2\},\ 1\le i,j\le2\}$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sample space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$A=\{M\in S:\ M \text{ is invertible}\}$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event.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$\dfrac{47}{81}$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$\dfrac{49}{81}$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$\dfrac{16}{27}$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Probability of an event (invertible matrix), Determinants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and counting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Probability of an event (invertible matrix), Determinants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and counting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complement: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$|M|=0\iff ad=bc$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equal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$n(S)=3^4=81$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$|M|=0\iff 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$3^2-2^2=5$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$(a,d)\in\{(1,2),(2,1)\}$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$(a,d)=(2,2)$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$(b,c)=(2,2)$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$P(\bar A)=\dfrac{25+1+4+1}{81}=\dfrac{31}{81}$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$P(A)=1-\dfrac{31}{81}=\dfrac{50}{81}$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invertible matrices directly: row 2 must not be a real multiple of row 1 (including the zero row).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2 is not proportional to row 1. Possible rows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proportional rows in the set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two multiples,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row 2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proportional rows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row 2 is not proportional to row 1. Possible rows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vectors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$=(1,0),(2,0),(0,1),(0,2)$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proportional rows in the set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two multiples,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for row 2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$4\times6=24$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proportional rows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$(0,0),(1,1),(2,2)$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proportional rows are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row itself (its double leaves the set):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invertible matrix.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proportional rows are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row itself (its double leaves the set):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invertible matrix.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$24+12+14=50$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$P(A)=\dfrac{50}{81}$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rows (or columns) are proportional. Count singular matrices by the common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pairs with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 counts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matrices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complement counting is faster than counting invertible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is singular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rows (or columns) are proportional. Count singular matrices by the common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 N_k^2$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number of pairs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Entries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product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$N_0=5,\ N_1=1,\ N_2=2,\ N_4=1$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singular matrices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complement counting is faster than counting invertible ones.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elements of the matrix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$A=\begin{pmatrix}1&amp;\frac1{51}\\0&amp;1\end{pmatrix}$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$B=\begin{pmatrix}1&amp;2\\-1&amp;-1\end{pmatrix}A\begin{pmatrix}-1&amp;-2\\1&amp;1\end{pmatrix}$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all the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$\sum_{n=1}^{50}B^{n}$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Powers of a matrix and similarity, Nilpotent matrices and sum of a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outer matrices are inverses of each other,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outer matrices are inverses of each other,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$B^{n}=MA^{n}N$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$A=I+E$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$A^{n}=I+nE$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$M=\begin{pmatrix}1&amp;2\\-1&amp;-1\end{pmatrix}$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$N=\begin{pmatrix}-1&amp;-2\\1&amp;1\end{pmatrix}$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$MN=\begin{pmatrix}1&amp;0\\0&amp;1\end{pmatrix}=I=NM$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$B=MAN$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$B^{n}=(MAN)(MAN)\cdots(MAN)=MA\,(NM)\,A\cdots AN=MA^{n}N$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$A=\begin{pmatrix}1&amp;0\\0&amp;1\end{pmatrix}+\begin{pmatrix}0&amp;\frac1{51}\\0&amp;0\end{pmatrix}=I+E$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$A^{n}=(I+E)^{n}=I+nE+{}^{n}C_2E^2+\dots=I+nE=\begin{pmatrix}1&amp;\frac n{51}\\0&amp;1\end{pmatrix}$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$B^{n}=MA^{n}N=\begin{pmatrix}1+\frac n{51}&amp;\frac n{51}\\-\frac n{51}&amp;1-\frac n{51}\end{pmatrix}$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$\sum_{n=1}^{50}B^{n}=\begin{pmatrix}50+\frac{50\cdot51}{2\cdot51}&amp;\frac{50\cdot51}{2\cdot51}\\-\frac{50\cdot51}{2\cdot51}&amp;50-\frac{50\cdot51}{2\cdot51}\end{pmatrix}=\begin{pmatrix}75&amp;25\\-25&amp;25\end{pmatrix}$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$=75+25-25+25=100$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entry-sum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$B=I+F$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entry-sum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$MA=\begin{pmatrix}1&amp;2+\frac1{51}\\-1&amp;-1-\frac1{51}\end{pmatrix}$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$B=MAN=\begin{pmatrix}1+\frac1{51}&amp;\frac1{51}\\-\frac1{51}&amp;1-\frac1{51}\end{pmatrix}=I+F$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$F=\dfrac1{51}\begin{pmatrix}1&amp;1\\-1&amp;-1\end{pmatrix}$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$\begin{pmatrix}1&amp;1\\-1&amp;-1\end{pmatrix}^2=\begin{pmatrix}0&amp;0\\0&amp;0\end{pmatrix}$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$B^{n}=I+nF$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$2+n\times$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$=2+n\cdot0=2$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$50\times2=100$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(conjugation by a fixed matrix commutes with powers).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entries is linear: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𝑒𝑛𝑡𝑟𝑖𝑒𝑠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(𝑒𝑛𝑡𝑟𝑦-𝑠𝑢𝑚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whose rows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negatives of one another (like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nilpotent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$(MAN)^{n}=MA^{n}N$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(conjugation by a fixed matrix commutes with powers).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$(I+F)^{n}=I+nF$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of entries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$\sum\text{entries}(I+nF)=2+n\cdot\text{(entry-sum of }F)$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whose rows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negatives of one another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$\begin{pmatrix}1&amp;1\\-1&amp;-1\end{pmatrix}$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nilpotent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all the entries from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symmetric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all the entries from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$\{0,1,2,3,4,5,6,7,8,9\}$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Symmetric matrices: counting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is fixed by its six entries on and above the diagonal.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is fixed by its six entries on and above the diagonal.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freely, each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entries below the diagonal are copies of those above it,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counted twice;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symmetric matrices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symmetric matrix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$A=\begin{pmatrix}a&amp;b&amp;c\\b&amp;d&amp;e\\c&amp;e&amp;f\end{pmatrix}$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$a,b,c,d,e,f\in\{0,1,2,\dots,9\}$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$a,b,c,d,e,f$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chosen freely, each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entries below the diagonal are copies of those above 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counted twice;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symmetric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has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entries;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 the count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Skew-symmetric matrices have zero diagonal: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values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allowed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entries;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values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$k^{n(n+1)/2}$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Skew-symmetric matrices have zero diagonal: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$k^{n(n-1)/2}$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values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allowed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allowed.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skew-symmetric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$\dim=\frac{n(n+1)}2+\frac{n(n-1)}2=n^2$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adjoint of 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$B=\begin{pmatrix}1&amp;3&amp;\alpha\\1&amp;2&amp;3\\\alpha&amp;\alpha&amp;4\end{pmatrix}$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adjoint of 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$\begin{pmatrix}\alpha&amp;-2\alpha&amp;\alpha\end{pmatrix}B\begin{pmatrix}\alpha\\-2\alpha\\\alpha\end{pmatrix}$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determinant, Quadratic form (row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vector)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determinant, Quadratic form (row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column vector)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vector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 𝑠𝑐𝑎𝑙𝑎𝑟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$|B|=|\operatorname{adj}A|=|A|^{2}=4$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vector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$4(1,-2,1)$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$16\cdot(\text{a scalar})$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 vector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$|B|=|\operatorname{adj}A|=|A|^{3-1}=|A|^2=4$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$|B|=1(8-3\alpha)-3(4-3\alpha)+\alpha(\alpha-2\alpha)=8-3\alpha-12+9\alpha-\alpha^2=-\alpha^2+6\alpha-4$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$-\alpha^2+6\alpha-4=4\Rightarrow\alpha^2-6\alpha+8=0\Rightarrow\alpha=2$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$(4,-8,4)=4(1,-2,1)$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$16\,(1,-2,1)\,B\,(1,-2,1)^{T}$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$B=\begin{pmatrix}1&amp;3&amp;4\\1&amp;2&amp;3\\4&amp;4&amp;4\end{pmatrix}$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$(1,-2,1)B=(1-2+4,\ 3-4+4,\ 4-6+4)=(3,3,2)$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$(3,3,2)\cdot(1,-2,1)^{T}=3-6+2=-1$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$16\times(-1)=-16$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needs the symmetric part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common scalar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squared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the given range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extra roots of the determinant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directly, no need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 B v^{T}$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needs the symmetric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$\tfrac12(B+B^{T})$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common scalar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out squared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$v=4w\Rightarrow16\,wBw^{T}$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the given range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extra roots of the determinant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$A=\begin{pmatrix}1&amp;2&amp;3\\\alpha&amp;3&amp;1\\1&amp;1&amp;2\end{pmatrix}$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$|2\operatorname{adj}(2\operatorname{adj}(2A))|=32^{n}$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evaluation,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squares the determinant,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 squares the determinant,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(expanding along the first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$|A|=1(6-1)-\alpha(4-3)+1(2-9)=5-\alpha-7=-\alpha-2$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(expanding along the first column).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$|A|=2\Rightarrow-\alpha-2=2\Rightarrow\alpha=-4$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$|2\operatorname{adj}(2\operatorname{adj}2A)|=2^3\,|\operatorname{adj}(2\operatorname{adj}2A)|=2^3\,|2\operatorname{adj}2A|^2$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$|2\operatorname{adj}2A|^2=\big(2^3|\operatorname{adj}2A|\big)^2=2^6\,|2A|^4$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$|2A|^4=2^{12}|A|^4=2^{12}\cdot2^4$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$2^3\cdot2^6\cdot2^{12}\cdot2^4=2^{25}=32^{5}$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$3n+\alpha=15-4=11$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off the scalars one layer at a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collapses to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off the scalars one layer at a time: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collapses to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$|A|=-\alpha-2=2\Rightarrow\alpha=-4$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$\operatorname{adj}(2A)=4\operatorname{adj}A$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$2\operatorname{adj}(2A)=8\operatorname{adj}A$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$\operatorname{adj}(8\operatorname{adj}A)=64\operatorname{adj}(\operatorname{adj}A)=64\,|A|\,A=128A$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$2\operatorname{adj}(\cdots)=256A$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$|256A|=256^3|A|=2^{24}\cdot2=2^{25}=32^5\Rightarrow 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$3n+\alpha=11$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nested expression with scalars collapses to a scalar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 along a column/row with a symbolic entry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that entry: solve for it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$\operatorname{adj}(kX)=k^{2}\operatorname{adj}X$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nested expression with scalars collapses to a scalar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$|\operatorname{adj}(kX)|=k^{n(n-1)}|X|^{n-1}$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Expansion along a column/row with a symbolic entry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that entry: solve for it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determinant of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determinant of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$17m+4n=93$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$\det\big(n\operatorname{adj}(\operatorname{adj}(mA))\big)=3^{a}5^{b}6^{c}$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equations, Adjoint of a matrix and its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$m=5,n=2$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$|\operatorname{adj}(\operatorname{adj}X)|=|X|^{(m-1)^2}$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the first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$4m+n=22$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$17m+4n=93$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 the first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$16m+4n=88$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$|A|=m-n=3$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$|2\operatorname{adj}(\operatorname{adj}5A)|=2^5\,|\operatorname{adj}(\operatorname{adj}5A)|=2^5\,|5A|^{(5-1)^2}=2^5\,|5A|^{16}$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$|5A|=5^5|A|=5^5\cdot3$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$|5A|^{16}=5^{80}\cdot3^{16}$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$=2^5\cdot5^{80}\cdot3^{16}=3^{11}\cdot5^{80}\cdot(2\cdot3)^5=3^{11}\cdot5^{80}\cdot6^5$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$a=11,\ b=80,\ 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scalars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reaching a scalar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scalars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$\operatorname{adj}(kX)=k^{m-1}\operatorname{adj}X$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$\operatorname{adj}(\operatorname{adj}X)=|X|^{m-2}X$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reaching a scalar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above). 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$m=5,\ n=2,\ 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above). 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$\operatorname{adj}(5A)=5^4\operatorname{adj}A$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$\operatorname{adj}(\operatorname{adj}5A)=\operatorname{adj}(5^4\operatorname{adj}A)=(5^4)^4\operatorname{adj}(\operatorname{adj}A)=5^{16}\,|A|^{3}A=5^{16}\cdot27\,A$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$n\operatorname{adj}(\operatorname{adj}5A)=2\cdot5^{16}\cdot3^3A$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$(2\cdot5^{16}\cdot3^3)^5\,|A|=2^5\,5^{80}\,3^{15}\cdot3=2^5\,5^{80}\,3^{16}$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$=3^{11}5^{80}6^5$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$a+b+c=11+80+5=96$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express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read the order of the matrix from the data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applying adjoint formulas that depend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$|\operatorname{adj}X|=|X|^{m-1}$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$|\operatorname{adj}(\operatorname{adj}X)|=|X|^{(m-1)^2}$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$\operatorname{adj}(\operatorname{adj}X)=|X|^{m-2}X$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express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$2^p3^q5^r$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$3^a5^b6^c$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$a=q-p$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$a=16-5=11$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read the order of the matrix from the data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applying adjoint formulas that depend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$A=\begin{pmatrix}0&amp;1&amp;2\\a&amp;0&amp;3\\1&amp;c&amp;0\end{pmatrix}$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positive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powers of a matrix, Quadratic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Matrix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powers of a matrix, Quadratic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entries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row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row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$2ca+3=0$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$a+3c+1=0$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entries lead to the same two conditions).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$A^2=\begin{pmatrix}a+2&amp;2c&amp;3\\3&amp;a+3c&amp;2a\\ca&amp;1&amp;2+3c\end{pmatrix}$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$A^3=A^2A=\begin{pmatrix}2ca+3&amp;a+2+3c&amp;2a+4+6c\\a^2+3ca+2a&amp;3+2ac&amp;6+3a+9c\\a+2+3c&amp;ca+2c+3c^2&amp;2ca+3\end{pmatrix}$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$a+2+3c=1$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entries lead to the same two conditions).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$c=-\dfrac3{2a}$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$a+1+3c=0$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$a+1-\dfrac9{2a}=0$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$2a^2+2a-9=0\Rightarrow a=\dfrac{-1\pm\sqrt{19}}2$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$a=\dfrac{-1+\sqrt{19}}2\approx1.68$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$g(a)=2a^2+2a-9$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diagonalisable with eigenvalues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forces the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diagonalisable with eigenvalues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$\{0,1,-1\}$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forces the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$1,-1,0$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roots,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and every eigenvalue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multisets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$x^3-x=x(x-1)(x+1)$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distinct roots,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and every eigenvalue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multisets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$\{0,0,0\}$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$\{1,-1,0\}$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$1,-1,0$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$e_2=1\cdot(-1)=-1$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$|A|=0\cdot(0-3c)-1(0-3)+2(ac)=3+2ac=0$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$e_2=(0-a)+(0-2)+(0-3c)=-a-2-3c=-1$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$a+3c+1=0$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$c=-\dfrac3{2a}$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$2a^2+2a-9=0$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$\approx1.68\in(1,2]$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with eigenvalues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 by the multiplicities.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three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locate a root of a quadratic in an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 the quadratic at the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$A^3=A\iff A(A-I)(A+I)=0$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diagonalisable with eigenvalues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determined by the multiplicities.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$\chi_A(x)=x^3-(\operatorname{tr}A)x^2+e_2x-|A|$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three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locate a root of a quadratic in an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 the quadratic at the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$g(1)&lt;0&lt;g(2)$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Main January 2024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Q32 – Q42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every question (single correct and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statement I and statement II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true but statement 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 I is false but statement II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$f(x)=\begin{pmatrix}\cos x&amp;-\sin x&amp;0\\\sin x&amp;\cos x&amp;0\\0&amp;0&amp;1\end{pmatrix}$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$f(x)f(y)=f(x+y)$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statement I and statement II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 I is true but statement II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statement I and statement II are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 I is false but statement II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matrices and their products, Inverse of a matrix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two such matrices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Multiplying two such matrices uses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x\cos y-\sin x\sin y=\cos(x+y)$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$f(x)f(y)=f(x+y)$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$f(x)f(-x)=f(0)=I$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$f(x)f(y)=\begin{pmatrix}\cos x&amp;-\sin x&amp;0\\\sin x&amp;\cos x&amp;0\\0&amp;0&amp;1\end{pmatrix}\begin{pmatrix}\cos y&amp;-\sin y&amp;0\\\sin y&amp;\cos y&amp;0\\0&amp;0&amp;1\end{pmatrix}$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 is true. Both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$=\begin{pmatrix}\cos x\cos y-\sin x\sin y&amp;-\cos x\sin y-\sin x\cos y&amp;0\\\sin x\cos y+\cos x\sin y&amp;-\sin x\sin y+\cos x\cos y&amp;0\\0&amp;0&amp;1\end{pmatrix}=\begin{pmatrix}\cos(x+y)&amp;-\sin(x+y)&amp;0\\\sin(x+y)&amp;\cos(x+y)&amp;0\\0&amp;0&amp;1\end{pmatrix}=f(x+y)$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II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$f(x)f(-x)=f(0)=I$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 I is true. Both are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rotation by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composition of rotations adds angles, and the inverse rotation is the opposite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rotation by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-axis: composition of rotations adds angles, and the inverse rotation is the opposite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on a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rotating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rotating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II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on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$(u,v,w)$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rotating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rotating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$f(x)f(y)=f(x+y)$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II true).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returns every vector: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I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true: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returns every vector: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$f(-x)f(x)=f(0)=I$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$f(-x)=f(x)^{-1}$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(Statement I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true: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commutative group under multiplication, isomorphic to the circle group (complex numbers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block form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exactly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products, powers and inverses.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$R(x)=\begin{pmatrix}\cos x&amp;-\sin x\\\sin x&amp;\cos x\end{pmatrix}$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$R(x)R(y)=R(x+y)$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$R(x)^{-1}=R(-x)=R(x)^{T}$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$R(x)^{n}=R(nx)$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$\{f(x)\}$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commutative group under multiplication, isomorphic to the circle group (complex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block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$\begin{pmatrix}R&amp;0\\0&amp;1\end{pmatrix}$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exactly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products, powers and inverses.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$AA^{T}=I$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$\dfrac12A\Big[(A+A^{T})^2+(A-A^{T})^2\Big]$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$A^3+A^{T}$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Orthogonal matrices and matrix algebra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 for non-commuting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cross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$(X+Y)^2+(X-Y)^2=2X^2+2Y^2$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 for non-commuting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since the cross 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$AA^{T}=I=A^{T}A$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$(A+A^{T})^2=A^2+(A^{T})^2+AA^{T}+A^{T}A=A^2+(A^{T})^2+2I$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$(A-A^{T})^2=A^2+(A^{T})^2-AA^{T}-A^{T}A=A^2+(A^{T})^2-2I$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$2A^2+2(A^{T})^2$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$\dfrac12A\big[2A^2+2(A^{T})^2\big]=A\big[A^2+(A^{T})^2\big]=A^3+A(A^{T})^2$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$A(A^{T})^2=(AA^{T})A^{T}=A^{T}$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is the same for every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result is the same for every orthogonal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option must hold for all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$AA^{T}=I$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exactly one option must hold for all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$\dfrac12(-I)\big[(-2I)^2+0\big]=-2I$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$A^2+I=2I$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$A^2+A^{T}=I-I=0$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$A^3+I=-I+I=0$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$A^3+A^{T}=-I-I=-2I$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square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Plugging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fast elimination test for identities claimed for all orthogonal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$(X+Y)^2+(X-Y)^2=2(X^2+Y^2)$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square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$XY,YX$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orthogonal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$A(A^{T})^{2}=A^{T}$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$A^{2}(A^{T})^{2}=I$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Plugging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fast elimination test for identities claimed for all orthogonal matrices.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$A=\begin{pmatrix}1&amp;0&amp;0\\0&amp;\alpha&amp;\beta\\0&amp;\beta&amp;\alpha\end{pmatrix}$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Integer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matrices, 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$\alpha^2-\beta^2=16$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factorise over the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$|A|=\alpha^2-\beta^2$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$|2A|^3=2^9|A|^3=2^{21}$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factorise over the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$|A|=1\cdot(\alpha^2-\beta^2)=\alpha^2-\beta^2$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$|2A|^3=2^{21}\Rightarrow\big(2^3|A|\big)^3=2^{21}\Rightarrow2^9|A|^3=2^{21}$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$|A|^3=2^{12}\Rightarrow|A|=2^4=16$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$\alpha^2-\beta^2=16$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$(\alpha-\beta)(\alpha+\beta)=16$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$(\alpha,\beta)=(5,3)$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$25-9=16$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$\beta^2=\alpha^2-16$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a perfect square.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$\beta^2=\alpha^2-16$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$289-16=273$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$9-16&lt;0$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$81-16=65$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perfect square.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$25-16=9=3^2$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$\beta=\pm3$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parity,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$A=\operatorname{diag}(1,\,P)$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$P=\begin{pmatrix}\alpha&amp;\beta\\\beta&amp;\alpha\end{pmatrix}$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$|A|=\alpha^2-\beta^2$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$\alpha\pm\beta$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$|kA|=k^n|A|$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$|2A|^3=2^{9}|A|^3$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same parity,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$x=\frac{u+v}2$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$y=\frac{v-u}2$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$(2,8)\to(5,3)$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$(4,4)\to(4,0)$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prime factors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$A=\begin{pmatrix}2&amp;1&amp;2\\6&amp;2&amp;11\\3&amp;3&amp;2\end{pmatrix}$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$P=\begin{pmatrix}1&amp;2&amp;0\\5&amp;0&amp;2\\7&amp;1&amp;5\end{pmatrix}$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the prime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similarity and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$P^{-1}AP-2I=P^{-1}(A-2I)P$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determinant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prime factors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$|P^{-1}AP-2I|=|P^{-1}AP-2P^{-1}P|$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$I=P^{-1}P$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$=|P^{-1}(A-2I)P|=|P^{-1}|\,|A-2I|\,|P|=|A-2I|$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$|P^{-1}||P|=1$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$|A-2I|=\begin{vmatrix}0&amp;1&amp;2\\6&amp;0&amp;11\\3&amp;3&amp;0\end{vmatrix}=0-1(0-33)+2(18-0)=33+36=69$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$69=3\times23$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prime factors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the characteristic polynomial instead of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$|A-2I|=-\chi_A(2)$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$\chi_A(x)=x^3-(\operatorname{tr}A)x^2+e_2x-|A|$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the characteristic polynomial instead of one determinant.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prime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$|P^{-1}AP-2I|=|A-2I|$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$e_2=(4-6)+(4-6)+(4-33)=-2-2-29=-33$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$|A|=2(4-33)-1(12-33)+2(18-6)=-58+21+24=-13$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$\chi_A(x)=x^3-6x^2-33x+13$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$|A-2I|=-\chi_A(2)=-(8-24-66+13)=69$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$69=3\cdot23$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of prime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the same determinant, trace and characteristic polynomial: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scalar shifts commute with conjugation.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 matrices have the same determinant, trace and characteristic polynomial: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$|P^{-1}f(A)P|=|f(A)|$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$|A-xI|=-\chi_A(x)$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$|xI-A|=\chi_A(x)$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$P^{-1}(A-kI)P=P^{-1}AP-kI$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scalar shifts commute with conjugation.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square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diagonal entries. Among the statements: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non-zero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71271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$R=\begin{pmatrix}x&amp;0&amp;0\\0&amp;y&amp;0\\0&amp;0&amp;z\end{pmatrix}$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$x\sin\theta=y\sin\!\left(\theta+\tfrac{2\pi}3\right)=z\sin\!\left(\theta+\tfrac{4\pi}3\right)\ne0$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square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sum of the diagonal entries. Among the statements: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$\operatorname{trace}(\operatorname{adj}(\operatorname{adj}R))=0$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non-zero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(I) and (II)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(II)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(I)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(I) nor (II)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Diagonal matrices: trace and adjoint, Trigonometry: sum of sines at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Diagonal matrices: trace and adjoint, Trigonometry: sum of sines at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$2\pi/3$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$\frac1x+\frac1y+\frac1z\propto\sin\theta+\sin(\theta+\tfrac{2\pi}3)+\sin(\theta+\tfrac{4\pi}3)=0$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$(x+y+z)^2=x^2+y^2+z^2&gt;0$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$x\sin\theta=y\sin(\theta+\frac{2\pi}3)=z\sin(\theta+\frac{4\pi}3)=k\ne0$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$\dfrac1x+\dfrac1y+\dfrac1z=\dfrac1k\Big[\sin\theta+\sin(\theta+\tfrac{2\pi}3)+\sin(\theta+\tfrac{4\pi}3)\Big]=0$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three sines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it were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(I)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trace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hypothesis of (II) can never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whose hypothesis is impossible is vacuously true, so (II) is true (the conclusion 'exactly one non-zero entry' is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three sines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$\dfrac{xy+yz+zx}{xyz}=0$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$\operatorname{Trace}(R)=x+y+z$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$(x+y+z)^2=x^2+y^2+z^2+2(xy+yz+zx)=x^2+y^2+z^2&gt;0$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it were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(I)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(II):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$\operatorname{adj}(\operatorname{adj}R)=|R|R$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$\operatorname{trace}(\operatorname{adj}(\operatorname{adj}R))=xyz(x+y+z)$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trace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hypothesis of (II) can never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whose hypothesis is impossible is vacuously true, so (II) is true (the conclusion 'exactly one non-zero entry' is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(I) false, (II) true: Option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trace explicitly: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trace explicitly: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$x+y+z=\dfrac{3k}{\sin3\theta}\ne0$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s_j=0,\ \sum s_j^2=\tfrac32,\ \prod s_j=-\tfrac14\sin3\theta$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$s_j=\sin(\theta+\tfrac{2\pi j}3)$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$s_1+s_2+s_3=0$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$s_1^2+s_2^2+s_3^2=\tfrac32$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$\sum\cos(2\theta+\tfrac{4\pi j}3)=0$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$s_1s_2+s_2s_3+s_3s_1=\tfrac12\big[(\sum s_j)^2-\sum s_j^2\big]=-\tfrac34$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(identity for three angles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 and finite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false,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hypothesis of (II) never holds and (II) is vacuously true: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 s_j=s_1s_2s_3=-\tfrac14\sin3\theta$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(identity for three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apart):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$x+y+z=k\Big(\dfrac1{s_1}+\dfrac1{s_2}+\dfrac1{s_3}\Big)=k\,\dfrac{s_1s_2+s_2s_3+s_3s_1}{s_1s_2s_3}=\dfrac{-3k/4}{-\tfrac14\sin3\theta}=\dfrac{3k}{\sin3\theta}$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 and finite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$\operatorname{Trace}(R)\ne0$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(I) false,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$\operatorname{trace}(\operatorname{adj}\operatorname{adj}R)=xyz(x+y+z)\ne0$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hypothesis of (II) never holds and (II) is vacuously true: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equally spaced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for real non-zero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diagonal matrix its trace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Logic: 'If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true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(vacuous truth) - check whether the hypothesis can occur before judging a conditional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$\sin\theta+\sin(\theta+\tfrac{2\pi}3)+\sin(\theta+\tfrac{4\pi}3)=0$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$\sum\sin^2=\tfrac32$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equally spaced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$(x+y+z)^2=x^2+y^2+z^2$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for real non-zero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$\operatorname{adj}(\operatorname{adj}R)=|R|R$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diagonal matrix its trace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$xyz(x+y+z)$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Logic: 'If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true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 (vacuous truth) - check whether the hypothesis can occur before judging a conditional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$A\begin{pmatrix}1\\0\\1\end{pmatrix}=2\begin{pmatrix}1\\0\\1\end{pmatrix}$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$A\begin{pmatrix}-1\\0\\1\end{pmatrix}=4\begin{pmatrix}-1\\0\\1\end{pmatrix}$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$A\begin{pmatrix}0\\1\\0\end{pmatrix}=2\begin{pmatrix}0\\1\\0\end{pmatrix}$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$(A-3I)\begin{pmatrix}x\\y\\z\end{pmatrix}=\begin{pmatrix}1\\2\\3\end{pmatrix}$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exactly two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unique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systems: unique solution, Eigenvalues and eigenvectors (action of a matrix on vectors)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vectors are independent eigenvectors with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three given vectors are independent eigenvectors with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$2,4,2$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$-1,1,-1$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none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the middle column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$A=\begin{pmatrix}x_1&amp;y_1&amp;z_1\\x_2&amp;y_2&amp;z_2\\x_3&amp;y_3&amp;z_3\end{pmatrix}$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$A(0,1,0)^{T}=(0,2,0)^{T}$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the middle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$(y_1,y_2,y_3)^{T}=(0,2,0)^{T}$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Adding/subtracting: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3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solution (the coefficient matrix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$A(-1,0,1)^{T}=(-4,0,4)^{T}$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$-x_1+z_1=-4$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$-x_2+z_2=0$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$-x_3+z_3=4$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$A(1,0,1)^{T}=(2,0,2)^{T}$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$x_1+z_1=2$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$x_2+z_2=0$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$x_3+z_3=2$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Adding/subtracting: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$z_1=-1,\ x_1=3$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$x_2=z_2=0$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$z_3=3,\ x_3=-1$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$A=\begin{pmatrix}3&amp;0&amp;-1\\0&amp;2&amp;0\\-1&amp;0&amp;3\end{pmatrix}$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$A-3I=\begin{pmatrix}0&amp;0&amp;-1\\0&amp;-1&amp;0\\-1&amp;0&amp;0\end{pmatrix}$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$(A-3I)(x,y,z)^{T}=(1,2,3)^{T}$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 1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$-z=1\Rightarrow z=-1$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2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$-y=2\Rightarrow 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row 3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$-x=3\Rightarrow 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Exactly one solution (the coefficient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$|A-3I|=1\ne0$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three independent eigenvectors with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non-zero, hence it is invertible.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three independent eigenvectors with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$-1,1,-1$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all non-zero, hence it is invertible.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eigenvector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vectors are linearly independent: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form a basis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$(A-3I)v=(\lambda-3)v$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$v_1=(1,0,1)^{T}$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$v_2=(-1,0,1)^{T}$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$v_3=(0,1,0)^{T}$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vectors are linearly independent: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$\det[v_1\ v_2\ v_3]=\begin{vmatrix}1&amp;-1&amp;0\\0&amp;0&amp;1\\1&amp;1&amp;0\end{vmatrix}=-2\ne0$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form a basis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basis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diag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value as the determinant of the matrix found directly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invertible coefficient matrix gives a unique solution for every right-hand side.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basis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$\operatorname{diag}(-1,1,-1)$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$|A-3I|=(-1)(1)(-1)=1\ne0$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value as the determinant of the matrix found directly above).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invertible coefficient matrix gives a unique solution for every right-hand side.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three independent vectors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eigenvalue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it has no solution or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assign the right-hand-side entries to the correct rows when a matrix has an anti-diagonal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$Av_i=\lambda_iv_i$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three independent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$|A|=\lambda_1\lambda_2\lambda_3$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$\lambda_i-c$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$(A-cI)X=b$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solution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eigenvalue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eigenvalue it has no solution or infinitely many.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assign the right-hand-side entries to the correct rows when a matrix has an anti-diagonal pattern.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$A=\begin{pmatrix}\sqrt2&amp;1\\-1&amp;\sqrt2\end{pmatrix}$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$B=\begin{pmatrix}1&amp;0\\1&amp;1\end{pmatrix}$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$X=A^{T}C^{2}A$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$891$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$|XY|=|X||Y|$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$|A^{T}|=|A|$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multiply the matrices: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Never multiply the matrices: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$|XY|=|X||Y|$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$|A^{T}|=|A|$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$|A|=\sqrt2\cdot\sqrt2-(1)(-1)=2+1=3$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$C=ABA^{T}\Rightarrow|C|=|A|\,|B|\,|A^{T}|=3\cdot1\cdot3=9$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$|X|=|A^{T}C^{2}A|=|A^{T}|\,|C|^{2}\,|A|=3\cdot81\cdot3$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$|X|=9\times81=729$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$X=(A^{T}A)B(A^{T}A)B(A^{T}A)$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$|A^{T}A|=9$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$X=A^{T}(ABA^{T})(ABA^{T})A=(A^{T}A)\,B\,(A^{T}A)\,B\,(A^{T}A)$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$A^{T}A=\begin{pmatrix}\sqrt2&amp;-1\\1&amp;\sqrt2\end{pmatrix}\begin{pmatrix}\sqrt2&amp;1\\-1&amp;\sqrt2\end{pmatrix}=\begin{pmatrix}3&amp;0\\0&amp;3\end{pmatrix}=3I$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$X=27\,B^2$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(three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$|X|=27^2|B|^2=729\cdot1=729$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long product's determinant is the product of determinants.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(scaled rotation).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lower/upper unitriangular matrix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$|XY|=|X||Y|$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$|X^{T}|=|X|$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$|X^{-1}|=|X|^{-1}$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$|kX|=k^n|X|$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long product's determinant is the product of determinants.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$A=\begin{pmatrix}a&amp;b\\-b&amp;a\end{pmatrix}$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$A^{T}A=(a^2+b^2)I$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(scaled rotation).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lower/upper unitriangular matrix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column matrices,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the diagonal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$A=\begin{pmatrix}2&amp;0&amp;1\\1&amp;1&amp;0\\1&amp;0&amp;1\end{pmatrix}$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$B=[B_1,B_2,B_3]$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column matrices,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$AB_1=\begin{pmatrix}1\\0\\0\end{pmatrix}$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$AB_2=\begin{pmatrix}2\\3\\0\end{pmatrix}$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$AB_3=\begin{pmatrix}3\\2\\1\end{pmatrix}$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all the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 in matrix form, Determinants and trace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system with the same coefficient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three systems.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linear system with the same coefficient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solve the three systems.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$B_1=(p,q,r)^{T}$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$AB_1=(1,0,0)^{T}$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$2p+r=1,\ p+q=0,\ p+r=0$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$p=1,\ q=-1,\ r=-1$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$B_1=(1,-1,-1)^{T}$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$B_2=(x,y,z)^{T}$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$AB_2=(2,3,0)^{T}$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$2x+z=2,\ x+y=3,\ x+z=0$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$x=2,\ y=1,\ z=-2$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$B_2=(2,1,-2)^{T}$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$B_3=(\lambda,\mu,\phi)^{T}$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$AB_3=(3,2,1)^{T}$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$2\lambda+\phi=3,\ \lambda+\mu=2,\ \lambda+\phi=1$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$\lambda=2,\ \mu=0,\ \phi=-1$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$B_3=(2,0,-1)^{T}$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$B=\begin{pmatrix}1&amp;2&amp;2\\-1&amp;1&amp;0\\-1&amp;-2&amp;-1\end{pmatrix}$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$\alpha=|B|=1(-1-0)-2(1-0)+2(2+1)=-1-2+6=3$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$\beta=1+1-1=1$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$\alpha^3+\beta^3=27+1=28$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upper triangular,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$|B|=|A^{-1}|\,|C|$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$C=[AB_1\ AB_2\ AB_3]$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upper triangular,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$\beta=\operatorname{tr}(A^{-1}C)$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(triangular),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$AB=C=\begin{pmatrix}1&amp;2&amp;3\\0&amp;3&amp;2\\0&amp;0&amp;1\end{pmatrix}$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(columns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$AB_1,AB_2,AB_3$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$B=A^{-1}C$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$|A|=2(1-0)-0+1(0-1)=1$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$|C|=1\cdot3\cdot1=3$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(triangular),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$\alpha=|B|=\dfrac{|C|}{|A|}=3$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$A^{-1}=\begin{pmatrix}1&amp;0&amp;-1\\-1&amp;1&amp;1\\-1&amp;0&amp;2\end{pmatrix}$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$AA^{-1}=I$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$\beta=\operatorname{tr}(A^{-1}C)$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$B_{11}=(1,0,-1)\cdot(1,0,0)=1$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$B_{22}=(-1,1,1)\cdot(2,3,0)=1$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$B_{33}=(-1,0,2)\cdot(3,2,1)=-1$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$\alpha^3+\beta^3=27+1=28$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 three systems with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matrix inversion.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Triangular matrices have determinant equal to the product of the diagonal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invertible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 B=A^{-1}C$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$|B|=|C|/|A|$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solving three systems with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matrix inversion.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Triangular matrices have determinant equal to the product of the diagonal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$\operatorname{tr}(A^{-1}C)=\sum_{i,j}(A^{-1})_{ij}C_{ji}$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roots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diagonal elements of the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matrix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the diagonal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Characteristic equation, trace and determinant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Characteristic equation, trace and determinant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$|A-xI|=x^2-(\operatorname{tr}A)x+|A|$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roots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$\operatorname{tr}A^2=(\operatorname{tr}A)^2-2|A|$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$A=\begin{pmatrix}a&amp;b\\c&amp;d\end{pmatrix}$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$|A-xI|=(a-x)(d-x)-bc=x^2-(a+d)x+ad-bc=0$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$ad-bc=-3$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$A^2=\begin{pmatrix}a^2+bc&amp;ab+bd\\ac+cd&amp;bc+d^2\end{pmatrix}$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$\operatorname{tr}(A^2)=a^2+d^2+2bc$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$a^2+d^2+2bc=(a+d)^2-2(ad-bc)=4+6=10$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the eigenvalues, and the eigenvalues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their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the eigenvalues, and the eigenvalues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their squares: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$\operatorname{tr}A^2=(-1)^2+3^2$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eigenvalues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trace is the sum of eigenvalues: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$\lambda_1=-1,\ \lambda_2=3$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eigenvalues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trace is the sum of eigenvalues: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$\operatorname{tr}A^2=1+9=10$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eigenvalues; their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identities extend this: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$\operatorname{tr}(A^2)=(\operatorname{tr}A)^2-2|A|$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$\operatorname{tr}A^k=\sum\lambda_i^k$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$|A-xI|=0$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eigenvalues;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identities extend this: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$\operatorname{tr}A^3=(\operatorname{tr}A)^3-3(\operatorname{tr}A)|A|$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$8+18=26=\ (-1)^3+27$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Low>
                          <m:e>
                            <m:limLow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⏟</m:t>
                                </m:r>
                              </m:lim>
                            </m:limLow>
                          </m:e>
                          <m:li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 𝑡𝑖𝑚𝑒𝑠</m:t>
                            </m:r>
                          </m:lim>
                        </m:limLow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$n=\det\big(\underbrace{\operatorname{adj}(\operatorname{adj}(\dots(\operatorname{adj}A)))}_{2024\text{ times}}\big)$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Iterated adjoint and determinant, Number theory: remainders of powers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Iterated adjoint and determinant, Number theory: remainders of powers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exponent reduced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$|\operatorname{adj}^{k}A|=|A|^{2^k}$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$n=2^{2^{2024}}$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$2^6\equiv1\pmod9$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exponent reduced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applying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$n=|A|^{2^{2024}}=2^{\,2^{2024}}$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$2^{m}\bmod 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$2^6=64\equiv1\pmod9$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$2024=6\cdot337+2$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$2^{2024}\equiv2^2=4\pmod9$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$m=9K+4$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$9K+4$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$n=2^{9K+4}=16\cdot2^{9K}=16\,(2^3)^{3K}=16\cdot8^{3K}=16\,(9-1)^{3K}$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term of the expansion except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$(9-1)^{3K}=1+9t$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term of the expansion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$(-1)^{3K}=1$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$n=16(1+9t)=16+144t=9(1+16t)+7$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Euler/order argument: the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found by the Chinese remainder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Euler/order argument: the order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$2^{2024}\bmod6$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found by the Chinese remainder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residue that is even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$2^{6}\equiv1\pmod9$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$n\equiv2^{(m\bmod6)}\pmod9$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$m\equiv0\pmod2$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$2^{2024}=(2^2)^{1012}\equiv1\pmod3$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$m\equiv4\pmod6$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residue that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$n\equiv2^4=16\equiv7\pmod9$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Iterated adjoint: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the exponent modulo the order of the base (the order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a tower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the exponent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that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Iterated adjoint: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$|\operatorname{adj}^{k}A|=|A|^{(n-1)^{k}}$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the exponent modulo the order of the base (the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$\varphi(9)=6$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For a tower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$a^{b^c}$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that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$2^{k}\bmod6$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 such that 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non-zero real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$A=I_2-2MM^{T}$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$M^{T}M=I_1$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number such that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some non-zero real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sum of squares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Eigenvalues of a matrix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Matrices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matrix)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Eigenvalues of a matrix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Matrices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$M^{T}M=I$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matrix)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$M^{T}M=1$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$AX=\lambda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$A^2=(I_2-2MM^{T})(I_2-2MM^{T})=I_2-2MM^{T}-2MM^{T}+4M(M^{T}M)M^{T}$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$A^2=I_2-4MM^{T}+4MM^{T}=I_2$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$AX=\lambda X\Rightarrow A^2X=\lambda AX=\lambda(\lambda X)=\lambda^2X$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actually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all possible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are actually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$AM=M-2M(M^{T}M)=-M$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$X\perp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of all possible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$=1^2+(-1)^2=2$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reflection in the line perpendicular to the unit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reflections have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 the mirror line).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$A=I-2MM^{T}$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reflection in the line perpendicular to the unit vector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reflections have 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(on the mirror line).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orthogonal projection onto the line along the unit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the component of a vector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negative and keeps the perpendicular component: a reflection (Householder matrix).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$MM^{T}$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orthogonal projection onto the line along the unit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$I-2MM^{T}$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sends the component of a vector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 negative and keeps the perpendicular component: a reflection (Householder matrix).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eigenvalues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vector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there are no others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vector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there are no others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Householder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(eigenvector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eigenvalue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statement 'sum over all possible values' needs the existence of each eigenvalue.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rank-one projection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Householder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$H=I-2uu^{T}$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$u^{T}u=1$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$H=H^{T}=H^{-1}$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 (eigenvector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multiplicity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$|H|=-1$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$\operatorname{tr}H=n-2$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eigenvalue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statement 'sum over all possible values' needs the existence of each eigenvalue.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$MM^{T}$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rank-one projection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$M^{T}M=1$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JEE Main April 2024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Q43 – Q55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marks printed in the paper: JEE Advanced defaults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every question (single correct and numerical)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 type is printed on each question slide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$A=\begin{pmatrix}1&amp;2&amp;\alpha\\1&amp;0&amp;1\\0&amp;1&amp;2\end{pmatrix}$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$\det\big(\operatorname{adj}(2A-A^{T})\cdot\operatorname{adj}(A-2A^{T})\big)=2^8$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$(\det(A))^2$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determinant, Transpose and determinants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determinant, Transpose and determinants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matrices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adjoint determinants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hypothesis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$2A-A^{T}=-(A-2A^{T})^{T}$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adjoint determinants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$|A-2A^{T}|^{2}$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hypothesis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$|A-2A^{T}|^{4}=2^8$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$P=A-2A^{T}$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$P^{T}=A^{T}-2A=-(2A-A^{T})$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$2A-A^{T}=-P^{T}$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$|\operatorname{adj}(2A-A^{T})|=|{-P^{T}}|^2=|P|^2$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$|-P^{T}|=-|P|$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$\big|\operatorname{adj}(2A-A^{T})\cdot\operatorname{adj}(A-2A^{T})\big|=|P|^2\cdot|\operatorname{adj}P|=|P|^2\cdot|P|^2=|P|^4=2^8$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$|P|=\pm4$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$P=A-2A^{T}=\begin{pmatrix}-1&amp;0&amp;\alpha\\-3&amp;0&amp;-1\\-2\alpha&amp;-1&amp;-2\end{pmatrix}$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$|P|=-1(0-1)-0+\alpha(3-0)=1+3\alpha$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$|P|=1+3\alpha&gt;1$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$|A|=\begin{vmatrix}1&amp;2&amp;1\\1&amp;0&amp;1\\0&amp;1&amp;2\end{vmatrix}=1(0-1)-2(2-0)+1(1-0)=-1-4+1=-4$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A)^2=16$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both determinants directly as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both determinants directly as functions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$|A-2A^{T}|=1+3\alpha$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$|2A-A^{T}|=-(1+3\alpha)$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product's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$|\operatorname{adj}X|=|X|^2$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product's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$|2A-A^{T}|^2\,|A-2A^{T}|^2$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$A-2A^{T}=\begin{pmatrix}-1&amp;0&amp;\alpha\\-3&amp;0&amp;-1\\-2\alpha&amp;-1&amp;-2\end{pmatrix}$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$2A-A^{T}=\begin{pmatrix}1&amp;3&amp;2\alpha\\0&amp;0&amp;1\\-\alpha&amp;1&amp;2\end{pmatrix}$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$1\cdot(0-1)-3(0+\alpha)+0=-(1+3\alpha)$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(expanding along the first row),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$(1+3\alpha)^4=2^8\Rightarrow1+3\alpha=4$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$|A|=\alpha-5=-4$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(expanding along the first row),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A)^2=16$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negatives of each other's transposes, so their determinants differ only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data to choose.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a row containing the unknown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function of it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$(A-2A^{T})^{T}=A^{T}-2A=-(2A-A^{T})$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$2X-X^{T}$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negatives of each other's transposes, so their determinants differ only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$|\operatorname{adj}X\cdot\operatorname{adj}Y|=|X|^{n-1}|Y|^{n-1}$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$|P|^{4}=c$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c^{1/4}$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data to choose.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a row containing the unknown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linear function of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$|A|=\alpha-5$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elements of the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$B=I+\operatorname{adj}(A)+(\operatorname{adj}A)^2+\dots+(\operatorname{adj}A)^{10}$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elements of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Powers of a matrix and sum of a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Powers of a matrix and sum of a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$\operatorname{adj}A=\begin{pmatrix}1&amp;-2\\0&amp;1\end{pmatrix}=I+E$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$(\operatorname{adj}A)^k=I+kE$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the diagonal, change the sign of the off-diagonal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$\operatorname{adj}A=\begin{pmatrix}1&amp;-2\\0&amp;1\end{pmatrix}$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(swap the diagonal, change the sign of the off-diagonal entries).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$(\operatorname{adj}A)^2=\begin{pmatrix}1&amp;-4\\0&amp;1\end{pmatrix}$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$(\operatorname{adj}A)^k=\begin{pmatrix}1&amp;-2k\\0&amp;1\end{pmatrix}$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$(\operatorname{adj}A)^{10}=\begin{pmatrix}1&amp;-20\\0&amp;1\end{pmatrix}$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$B=\begin{pmatrix}1&amp;0\\0&amp;1\end{pmatrix}+\begin{pmatrix}1&amp;-2\\0&amp;1\end{pmatrix}+\begin{pmatrix}1&amp;-4\\0&amp;1\end{pmatrix}+\dots+\begin{pmatrix}1&amp;-20\\0&amp;1\end{pmatrix}$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$B=\begin{pmatrix}11&amp;-2(1+2+\dots+10)\\0&amp;11\end{pmatrix}=\begin{pmatrix}11&amp;-110\\0&amp;11\end{pmatrix}$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$=11-110+0+11=-88$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series symbolically: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entry-sum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series symbolically: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$B=\sum_{k=0}^{10}(I+kE)=11I+55E$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$E=\begin{pmatrix}0&amp;-2\\0&amp;0\end{pmatrix}$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entry-sum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$22+55\cdot(-2)$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binomial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nary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Entry-sum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$\operatorname{adj}A=I+E$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$E=\begin{pmatrix}0&amp;-2\\0&amp;0\end{pmatrix}$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$(\operatorname{adj}A)^k=I+kE$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binomial theorem.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$B=\sum_{k=0}^{10}(I+kE)=11I+\Big(\sum_{k=0}^{10}k\Big)E=11I+55E$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Entry-sum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$=11\cdot2+55\cdot(-2)=22-110=-88$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such powers reduce to arithmetic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Entry-sum is linear: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𝑒𝑛𝑡𝑟𝑖𝑒𝑠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(𝑒𝑛𝑡𝑟𝑦-𝑠𝑢𝑚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$\operatorname{adj}\begin{pmatrix}a&amp;b\\c&amp;d\end{pmatrix}=\begin{pmatrix}d&amp;-b\\-c&amp;a\end{pmatrix}$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$(I+E)^{k}=I+kE$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such powers reduce to arithmetic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Entry-sum is linear: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$\sum\text{entries}(xI+yE)=2x+y\cdot\text{(entry-sum of }E)$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square matrices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square matrices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$\Big|A^{T}A\,(\operatorname{adj}(2A))^{-1}(\operatorname{adj}(4B))(\operatorname{adj}(AB))^{-1}AA^{T}\Big|$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determinant factor by 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adjoint.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determinant factor by factor: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$|A^{T}A|=|AA^{T}|=9$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$|\operatorname{adj}X|=|X|^2$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each adjoint.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of the product is the product of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$|A|=3,\ |B|=2$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determinant of the product is the product of determinants: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$|A^{T}A|\cdot|(\operatorname{adj}2A)^{-1}|\cdot|\operatorname{adj}4B|\cdot|(\operatorname{adj}AB)^{-1}|\cdot|AA^{T}|$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$|A^{T}A|=3\times3=9$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$|AA^{T}|=3\times3=9$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$|(\operatorname{adj}2A)^{-1}|=\dfrac1{|\operatorname{adj}2A|}=\dfrac1{|2A|^2}=\dfrac1{(2^3\cdot3)^2}=\dfrac1{2^6\cdot3^2}$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$|\operatorname{adj}4B|=|4B|^2=(4^3\cdot2)^2=2^{12}\cdot2^2=2^{14}$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$|(\operatorname{adj}AB)^{-1}|=\dfrac1{|AB|^2}=\dfrac1{(3\cdot2)^2}=\dfrac1{2^2\cdot3^2}$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$=3^4\cdot\dfrac1{2^6\cdot3^2}\cdot2^{14}\cdot\dfrac1{2^2\cdot3^2}=3^{4-2-2}\cdot2^{14-6-2}=2^6=64$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matrix before taking determinants: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matrix before taking determinants: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$\operatorname{adj}(XY)=\operatorname{adj}Y\operatorname{adj}X$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$\operatorname{adj}(kX)=k^2\operatorname{adj}X$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$\operatorname{adj}A,\operatorname{adj}B$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$\operatorname{adj}(2A)=4\operatorname{adj}A$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$(\operatorname{adj}2A)^{-1}=\dfrac14(\operatorname{adj}A)^{-1}$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$\operatorname{adj}(4B)=16\operatorname{adj}B$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$\operatorname{adj}(AB)=\operatorname{adj}B\,\operatorname{adj}A$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$(\operatorname{adj}AB)^{-1}=(\operatorname{adj}A)^{-1}(\operatorname{adj}B)^{-1}$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Middle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determinant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factors: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Middle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$=\dfrac14(\operatorname{adj}A)^{-1}\cdot16\operatorname{adj}B\cdot(\operatorname{adj}A)^{-1}(\operatorname{adj}B)^{-1}$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$\Big(\dfrac14\Big)^3\cdot16^3\cdot\dfrac{|\operatorname{adj}B|}{|\operatorname{adj}A|^2|\operatorname{adj}B|}=\dfrac{64}{|\operatorname{adj}A|^2}=\dfrac{64}{81}$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$|\operatorname{adj}A|=|A|^2=9$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Outer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$|A^{T}A|\,|AA^{T}|=9\cdot9=81$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$=81\cdot\dfrac{64}{81}=64$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determinants multiply, so never multiply the matrices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-dependence cancelled in the middle factor: the answer would be the same for any non-singular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-scalings matter).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$\operatorname{adj}(XY)=\operatorname{adj}Y\operatorname{adj}X$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$\operatorname{adj}(kX)=k^{n-1}\operatorname{adj}X$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$(\operatorname{adj}X)^{-1}=\dfrac{X}{|X|}$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$|A^{T}A|=|AA^{T}|=|A|^2$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determinants multiply, so never multiply the matrices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-dependence cancelled in the middle factor: the answer would be the same for any non-singular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-scalings matter).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matrix of cofactors of the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$A=\begin{pmatrix}\beta&amp;\alpha&amp;3\\\alpha&amp;\alpha&amp;\beta\\-\beta&amp;\alpha&amp;2\alpha\end{pmatrix}$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$B=\begin{pmatrix}3\alpha&amp;-9&amp;3\alpha\\-\alpha&amp;7&amp;-2\alpha\\-2\alpha&amp;5&amp;-2\beta\end{pmatrix}$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matrix of cofactors of the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Cofactors and adjoint of a matrix,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two cofactors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Match two cofactors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given entries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$|AB|=|A|\,|B|=|A|^3$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$|B|=|\operatorname{adj}A|=|A|^2$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$\alpha\cdot2\alpha-\beta\cdot\alpha=2\alpha^2-\alpha\beta$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$-(\alpha\cdot2\alpha-3\cdot\alpha)=-(2\alpha^2-3\alpha)$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$2\alpha^2-3\alpha=\alpha\Rightarrow2\alpha-3=1\Rightarrow\alpha=2$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$|A|=\begin{vmatrix}1&amp;2&amp;3\\2&amp;2&amp;1\\-1&amp;2&amp;4\end{vmatrix}=1(8-2)-2(8+1)+3(4+2)=6-18+18=6$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cofactor matrix,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$|B|=|\operatorname{adj}A|=|A|^2=36$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$|AB|=|A||B|=6\cdot36=216$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column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zeros that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$A\,\operatorname{adj}A=|A|I$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$\operatorname{adj}A=B^{T}$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 column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zeros that determine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lists the cofactors of the entries of the first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3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$c=(3\alpha,-9,3\alpha)$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lists the cofactors of the entries of the first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$3\alpha\beta-9\alpha+9\alpha=3\alpha\beta=|A|$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2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$3\alpha^2-9\alpha+3\alpha\beta=0\Rightarrow\alpha+\beta=3$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3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$-3\alpha\beta-9\alpha+6\alpha^2=0\Rightarrow2\alpha-\beta=3$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$\alpha=2,\ 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$|A|=3\alpha\beta=6$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$|AB|=|A|\,|A|^2=216$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𝑐𝑜𝑓𝑎𝑐𝑡𝑜𝑟 𝑚𝑎𝑡𝑟𝑖𝑥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own cofactors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times the cofactors of another row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two cofactors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given entries is enough to fix two unknowns.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$A\,(\text{cofactor matrix})^{T}=|A|I$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own cofactors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times the cofactors of another row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Cofactor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$C=(\operatorname{adj}A)^{T}$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$|C|=|A|^{n-1}$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$|AC|=|A|^{n}$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$=216=6^3$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two cofactors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the given entries is enough to fix two unknowns.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adj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adj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adj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sSup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square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$\det\Big(\operatorname{adj}\Big(-4\operatorname{adj}\Big(-3\operatorname{adj}\Big(3\operatorname{adj}\big((2A)^{-1}\big)\Big)\Big)\Big)\Big)=2^{m}3^{n}$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Adjoint of a matrix and its determinant (nested)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outside in: each outer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the determinant of what it contains, each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outside in: each outer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squares the determinant of what it contains, each scalar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$|\operatorname{adj}(-4\operatorname{adj}(\cdots))|=\big|-4\operatorname{adj}(-3\operatorname{adj}(3\operatorname{adj}(2A)^{-1}))\big|^{2}$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$=(-4)^6\,\big|\operatorname{adj}\big(-3\operatorname{adj}(3\operatorname{adj}(2A)^{-1})\big)\big|^{2}=4^6\,\big|-3\operatorname{adj}(3\operatorname{adj}(2A)^{-1})\big|^{4}$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$=4^6\,(-3)^{12}\,\big|\operatorname{adj}(3\operatorname{adj}(2A)^{-1})\big|^{4}=4^6\,3^{12}\,\big|3\operatorname{adj}(2A)^{-1}\big|^{8}$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$=4^6\,3^{12}\,3^{24}\,\big|\operatorname{adj}(2A)^{-1}\big|^{8}=4^6\,3^{36}\,\big|(2A)^{-1}\big|^{16}$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$|(2A)^{-1}|=\dfrac1{|2A|}=\dfrac1{8\cdot3}=2^{-3}3^{-1}$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$|(2A)^{-1}|^{16}=2^{-48}3^{-16}$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$=2^{12}\cdot3^{36}\cdot2^{-48}\cdot3^{-16}=2^{-36}\cdot3^{20}$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$m+2n=-36+40=4$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Collapse the nest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matrix reduces to a scalar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Collapse the nest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$\operatorname{adj}(X^{-1})=X/|X|$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$\operatorname{adj}(kX)=k^2\operatorname{adj}X$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matrix reduces to a scalar times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$|2A|=24$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$\operatorname{adj}\big((2A)^{-1}\big)=\dfrac{2A}{24}=\dfrac A{12}$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$Y_1=3\cdot\dfrac A{12}=\dfrac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$\operatorname{adj}Y_1=\dfrac1{16}\operatorname{adj}A$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$Y_2=-3\operatorname{adj}Y_1=-\dfrac3{16}\operatorname{adj}A$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$\operatorname{adj}Y_2=\dfrac9{256}\operatorname{adj}(\operatorname{adj}A)=\dfrac9{256}\cdot3A=\dfrac{27}{256}A$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$Y_3=-4\operatorname{adj}Y_2=-\dfrac{27}{64}A$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$=|\operatorname{adj}Y_3|=|Y_3|^2=\Big(\dfrac{27^3}{64^3}\cdot3\Big)^2=\Big(\dfrac{3^{10}}{2^{18}}\Big)^2=2^{-36}3^{20}$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$m=-36,\ 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adjoints: a pure-determinant route multiplies exponents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scalar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matrix route turns everything into one scalar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second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Exponents can be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natural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$\operatorname{adj}(kX)=k^2\operatorname{adj}X$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$\operatorname{adj}(X^{-1})=X/|X|$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adjoints: a pure-determinant route multiplies exponents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scalar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 matrix route turns everything into one scalar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use the second as a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Exponents can be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$2^m3^n$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natural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$A=\begin{pmatrix}2&amp;a&amp;0\\1&amp;3&amp;1\\0&amp;5&amp;b\end{pmatrix}$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$A^3=4A^2-A-21I$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theorem, Characteristic polynomial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theorem, Characteristic polynomial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its own characteristic equation; compare it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its own characteristic equation; compare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$A^3-4A^2+A+21I=0$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equation: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Characteristic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$\begin{vmatrix}2-\lambda&amp;a&amp;0\\1&amp;3-\lambda&amp;1\\0&amp;5&amp;b-\lambda\end{vmatrix}=0$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$(2-\lambda)\big[(3-\lambda)(b-\lambda)-5\big]-a(b-\lambda)=0$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$-\lambda^3+\lambda^2(b+5)+\lambda(a-5b-1)+6b-10-ab=0$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(check the constant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$A^3=(b+5)A^2+(a-5b-1)A+(6b-10-ab)I$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$A^3=4A^2-A-21I$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$b+5=4\Rightarrow 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$a-5b-1=-1\Rightarrow a=5b=-5$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(check the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$6b-10-ab=-6-10-5=-21$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$2a+3b=2(-5)+3(-1)=-13$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invariants directly: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polynomial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these as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invariants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$|A|=-21$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(the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$x^3-4x^2+x+21$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these as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constant coefficients).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satisfying a polynomial of lower degree, its characteristic polynomial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$A^3-4A^2+A+21I=0$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satisfying a polynomial of lower degree, its characteristic polynomial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$x^3-4x^2+x+21$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$\operatorname{tr}A=2+3+b=4\Rightarrow 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$|A|=2(3b-5)-a(b-0)=6b-10-ab=-21$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$-16+a=-21\Rightarrow 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$e_2=(6-a)+2b+(3b-5)=11-2-8=1$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 (coefficient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$2a+3b=-13$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principal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minors; Cayley–Hamilton: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 cubic and has no lower-degree annihilating polynomial, the cubic is its characteristic polynomial: match trace,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the remaining coefficient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a consistency check on the data.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$\chi_A(x)=x^3-(\operatorname{tr}A)x^2+e_2x-|A|$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principal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minors; Cayley–Hamilton: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$\chi_A(A)=0$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a cubic and has no lower-degree annihilating polynomial, the cubic is its characteristic polynomial: match trace,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the remaining coefficient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a consistency check on the data.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$B=\begin{pmatrix}1&amp;3\\1&amp;5\end{pmatrix}$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$BCB^{-1}=A$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$C^4+\alpha C^2+\beta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Similar matrices and powers, Cayley–Hamilton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$AB^{-1}=A^{-1}$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$C=B^{-1}AB$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$C^2=B^{-1}A^2B=B$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$C^4+\alpha C^2+\beta I=B^2+\alpha B+\beta 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$AB^{-1}=A^{-1}\Rightarrow 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$BCB^{-1}=A\Rightarrow C=B^{-1}AB$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$C^2=(B^{-1}AB)(B^{-1}AB)=B^{-1}A^2B=B^{-1}BB=B$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$C^4=(C^2)^2=B^2$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$=B^{-1}A^4B=B^{-1}B^2B=B^2$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18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$C^4+\alpha C^2+\beta I=O\Rightarrow B^2+\alpha B+\beta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$B^2=\begin{pmatrix}1&amp;3\\1&amp;5\end{pmatrix}\begin{pmatrix}1&amp;3\\1&amp;5\end{pmatrix}=\begin{pmatrix}4&amp;18\\6&amp;28\end{pmatrix}$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$\begin{pmatrix}4&amp;18\\6&amp;28\end{pmatrix}+\alpha\begin{pmatrix}1&amp;3\\1&amp;5\end{pmatrix}+\begin{pmatrix}\beta&amp;0\\0&amp;\beta\end{pmatrix}=O$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$4+\alpha+\beta=0$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$18+3\alpha=0$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$\alpha=-6,\ 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$2\beta-\alpha=4+6=10$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Cayley–Hamilton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Cayley–Hamilton equation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$\alpha=-\operatorname{tr}B$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$\beta=|B|$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condition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scalar, so the coefficients are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condition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$B^2+\alpha B+\beta 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Cayley–Hamilton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$B^2-(\operatorname{tr}B)B+|B|I=O$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scalar, so the coefficients are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$\operatorname{tr}B=1+5=6$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$|B|=5-3=2$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$2\beta-\alpha=4+6=10$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the monic quadratic annihilating polynomial is unique unless the matrix is scalar: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on the right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$C=P^{-1}AP$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$C^{k}=P^{-1}A^{k}P$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$f(C)=P^{-1}f(A)P$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the monic quadratic annihilating polynomial is unique unless the matrix is scalar: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$x^2-(\operatorname{tr})x+(\det)$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$AB^{-1}=A^{-1}\iff A^2=B$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on the right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non-negative real elements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of non-negative real elements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$A\begin{pmatrix}1\\1\\1\end{pmatrix}=3\begin{pmatrix}1\\1\\1\end{pmatrix}$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Determinants: maximum value, Matrices with non-negative entries and fixed row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every row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non-negative entries, Hadamard's inequality bounds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product of the row lengths, each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$A\mathbf1=3\mathbf1$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every row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non-negative entries, Hadamard's inequality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$|\det 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product of the row lengths, each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row sum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non-negative entries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$A\begin{pmatrix}1\\1\\1\end{pmatrix}=\begin{pmatrix}a_{11}+a_{12}+a_{13}\\a_{21}+a_{22}+a_{23}\\a_{31}+a_{32}+a_{33}\end{pmatrix}=\begin{pmatrix}3\\3\\3\end{pmatrix}$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row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non-negative entries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$\|r_i\|^2=\sum a_{ij}^2\le\big(\sum a_{ij}\big)^2=9$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$\|r_i\|\le3$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A|\le\|r_1\|\,\|r_2\|\,\|r_3\|\le3\cdot3\cdot3=27$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each row to have all its sum in one entry (so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rows to be orthogonal: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each row to have all its sum in one entry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$\|r_i\|=3$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rows to be orthogonal: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$a_{ij}=3$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$A\mathbf1=3\mathbf1$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$\det(3I)=27$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and every eigenvalue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modulus (row sums of a non-negative matrix),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eigenvalue and every eigenvalue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modulus (row sums of a non-negative matrix),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$|\det A|=\prod|\lambda_i|\le3^3$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row sums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Gershgorin (or the row-sum norm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eigenvalue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(complex eigenvalues, counted with multiplicity),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row sums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Gershgorin (or the row-sum norm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$\|A\|_\infty=3$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every eigenvalue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A=\lambda_1\lambda_2\lambda_3$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(complex eigenvalues, counted with multiplicity),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A|\le3\cdot3\cdot3=27$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non-negative entries,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non-negative entries,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$A\mathbf1=3\mathbf1$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bound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non-negative entries and all row sums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row-stochastic matrix: its spectral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the rows are orthogonal); for non-negative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determinant problems: find an upper bound first, then check it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non-negative entries and all row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row-stochastic matrix: its spectral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$|\det|\le 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Hadamard's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$|\det A|\le\prod\|r_i\|$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iff the rows are orthogonal); for non-negative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$\|r\|_2\le\|r\|_1$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determinant problems: find an upper bound first, then check it is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diagonal elements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hyperbola, whose transverse axis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eccentricity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square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its diagonal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$A^2+xA+yI=0$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a hyperbola, whose transverse axis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eccentricity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$e^4+\ell^4$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Hyperbola: eccentricity and latus rectum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Cayley–Hamilton theorem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matrix, Hyperbola: eccentricity and latus rectum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point: infinitely many hyperbolas pass through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$A^2+3A+2I=0$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$(x,y)=(3,2)$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single point: infinitely many hyperbolas pass through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trace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Cayley–Hamilton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 (a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set of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is the single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$\operatorname{trace}A=-3$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Cayley–Hamilton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$A^2+3A+2I=0$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$A^2+xA+yI=0$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$(x-3)A+(y-2)I=0$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scalar matrix (a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$|A|=\frac94\ne2$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set of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the equation is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point lies on infinitely many hyperbolas with transverse axis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with different eccentricities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information is incomplete: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determined. The question is flawed (a 'Bonus'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point lies on infinitely many hyperbolas with transverse axis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with different eccentricities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latus recta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information is incomplete: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$e^4+\ell^4$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determined. The question is flawed (a 'Bonus' question).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Bonus (the data do not determine the hyperbola)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scalar, 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of points that is a single point cannot determine a conic: always check that the data fix the object before computing quantities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Cayley–Hamilton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scalar,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$A^2+xA+yI=0$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unique: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set of points that is a single point cannot determine a conic: always check that the data fix the object before computing quantities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$e,\ 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identity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symmetric matrix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$A\begin{pmatrix}1\\1\end{pmatrix}=\begin{pmatrix}3\\7\end{pmatrix}$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$A^{-1}=\alpha A+\beta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identity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 and inverse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887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matrices and inverse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symmetric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row sums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symmetric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$A=\begin{pmatrix}a&amp;b\\b&amp;d\end{pmatrix}$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two row sums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$A=\begin{pmatrix}a&amp;b\\b&amp;d\end{pmatrix}$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$A\begin{pmatrix}1\\1\end{pmatrix}=\begin{pmatrix}3\\7\end{pmatrix}$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$b+d=7$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$|A|=ad-b^2=1$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$(3-b)(7-b)-b^2=1\Rightarrow21-10b=1\Rightarrow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$a=1,\ d=5$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$A=\begin{pmatrix}1&amp;2\\2&amp;5\end{pmatrix}$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$A^{-1}=\dfrac1{|A|}\begin{pmatrix}5&amp;-2\\-2&amp;1\end{pmatrix}=\begin{pmatrix}5&amp;-2\\-2&amp;1\end{pmatrix}$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A+\beta I=\begin{pmatrix}\alpha+\beta&amp;2\alpha\\2\alpha&amp;5\alpha+\beta\end{pmatrix}$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$2\alpha=-2\Rightarrow\alpha=-1$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entry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✓).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Cayley–Hamilton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$A^{-1}=(\operatorname{tr}A)I-A$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$\beta=\operatorname{tr}A$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computing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$A^2-(\operatorname{tr}A)A+|A|I=0$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$A^{-1}=(\operatorname{tr}A)I-A$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$\beta=\operatorname{tr}A=a+d$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$\alpha+\beta=a+d-1$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$a+b=3,\ b+d=7$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$a+d=10-2b$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$a+d=6$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$\alpha+\beta=6-1=5$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row sums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 symmetric matrix the data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one unknown to be found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tr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$A^{-1}=\dfrac{(\operatorname{tr}A)I-A}{|A|}$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$A^{-1}=(\operatorname{tr}A)I-A$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$A\begin{pmatrix}1\\1\end{pmatrix}$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row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 symmetric matrix the data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one unknown to be found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$\alpha+\beta=\dfrac{\operatorname{tr}A-1}{|A|}$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$A=\begin{pmatrix}2&amp;-1\\1&amp;1\end{pmatrix}$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sum of the diagonal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trace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Powers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and trace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repeatedly: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out to be the scalar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repeatedly: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out to be the scalar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$3^6I$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$A^{13}=3^6A$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$A^2=\begin{pmatrix}2&amp;-1\\1&amp;1\end{pmatrix}\begin{pmatrix}2&amp;-1\\1&amp;1\end{pmatrix}=\begin{pmatrix}3&amp;-3\\3&amp;0\end{pmatrix}=3\begin{pmatrix}1&amp;-1\\1&amp;0\end{pmatrix}$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$A^4=9\begin{pmatrix}1&amp;-1\\1&amp;0\end{pmatrix}^2=9\begin{pmatrix}0&amp;-1\\1&amp;-1\end{pmatrix}$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$A^8=81\begin{pmatrix}0&amp;-1\\1&amp;-1\end{pmatrix}^2=81\begin{pmatrix}-1&amp;1\\-1&amp;0\end{pmatrix}$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$A^{12}=A^8A^4=9\cdot81\begin{pmatrix}-1&amp;1\\-1&amp;0\end{pmatrix}\begin{pmatrix}0&amp;-1\\1&amp;-1\end{pmatrix}=3^6\begin{pmatrix}1&amp;0\\0&amp;1\end{pmatrix}$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$A^{13}=3^6A=3^6\begin{pmatrix}2&amp;-1\\1&amp;1\end{pmatrix}$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$=3^6(2+1)=3^7$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Eigenvalues: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$x^2-3x+3=0$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$\lambda=\sqrt3\,e^{\pm i\pi/6}$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$\operatorname{tr}A^{13}=\sum\lambda^{13}$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$\operatorname{tr}A=3,\ |A|=3$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$\lambda^2-3\lambda+3=0$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$\lambda=\dfrac{3\pm i\sqrt3}2=\sqrt3\,e^{\pm i\pi/6}$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$\operatorname{tr}A^{13}=\lambda_1^{13}+\lambda_2^{13}=2\cdot3^{13/2}\cos\dfrac{13\pi}6$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$\cos\dfrac{13\pi}6=\cos\Big(2\pi+\dfrac\pi6\Big)=\dfrac{\sqrt3}2$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$\operatorname{tr}A^{13}=3^{13/2}\sqrt3=3^{7}$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complex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period: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matrix, 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tr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matrix with complex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$\operatorname{tr}A^{k}=2r^{k}\cos k\theta$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$2r\cos\theta=\operatorname{tr}A$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period: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scalar matrix, reduce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$k\bmod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$A^{12}=3^6I$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$\operatorname{tr}A^{k}$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$t_{k+1}=(\operatorname{tr}A)\,t_k-|A|\,t_{k-1}$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$t_{k+1}=3t_k-3t_{k-1}$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$t_0=2,\ t_1=3$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non-singular matrix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adj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non-singular matrix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$\det\big(3\operatorname{adj}(2\operatorname{adj}((\det A)A))\big)=3^{-13}\cdot2^{-10}$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$\det(3\operatorname{adj}(2A))=2^{m}\cdot3^{n}$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$|3m+2n|$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 (nested, with scalar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Adjoint of a matrix and its determinant (nested, with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number: first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condition, then evaluate the second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number: first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first condition, then evaluate the second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$|3\operatorname{adj}(2A)|=3^3\cdot|2A|^2$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scalar).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scalar).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$|kA|=k^3|A|=k^4$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$\big|3\operatorname{adj}(2\operatorname{adj}(kA))\big|=3^3\,\big|\operatorname{adj}(2\operatorname{adj}(kA))\big|=3^3\,\big|2\operatorname{adj}(kA)\big|^2$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$\big|2\operatorname{adj}(kA)\big|=2^3\,|\operatorname{adj}(kA)|=2^3\,|kA|^2=2^3k^8$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$\big|2\operatorname{adj}(kA)\big|^2=2^6k^{16}$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condition: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$3^3\cdot2^6\cdot|A|^{16}=3^{-13}\cdot2^{-10}\Rightarrow|A|^{16}=3^{-16}\cdot2^{-16}$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$|A|^2=\dfrac1{36}$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$|A|=\pm\dfrac16$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$|3\operatorname{adj}(2A)|=3^3\,|\operatorname{adj}2A|=3^3\,|2A|^2=3^3\cdot2^6\cdot|A|^2=27\cdot64\cdot\dfrac1{36}=3\cdot2^4$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$|3m+2n|=|12+2|=14$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scalars off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nested expression collapses to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Peel the scalars off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$\operatorname{adj}(kX)=k^2\operatorname{adj}X$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$\operatorname{adj}(\operatorname{adj}X)=|X|X$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nested expression collapses to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$\operatorname{adj}(kA)=k^2\operatorname{adj}A$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$2\operatorname{adj}(kA)=2k^2\operatorname{adj}A$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$\operatorname{adj}(2k^2\operatorname{adj}A)=4k^4\operatorname{adj}(\operatorname{adj}A)=4k^4\cdot|A|A=4k^5A$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$3\operatorname{adj}(\cdots)=12k^5A$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$|12k^5A|=12^3k^{15}\cdot k=1728\,k^{16}=2^6\cdot3^3\cdot|A|^{16}=3^{-13}2^{-10}$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$|A|^{16}=(6)^{-16}$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$|A|^2=\dfrac1{36}$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$|3\operatorname{adj}2A|=27\cdot|2A|^2=27\cdot64\cdot\dfrac1{36}=2^4\cdot3$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$m=4,\ 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inside the argument,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scalar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 even power) enters the final quantity the sign ambiguity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harmless.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adj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inside the argument,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$(\det A)A$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$|kA|=k^{n}|A|=|A|^{n+1}$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 even power) enters the final quantity the sign ambiguity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harmless.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$|3\operatorname{adj}(2A)|=3^3\,|2A|^2=2^6\,3^3\,|A|^2$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set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solution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matrices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$A=\begin{pmatrix}2&amp;-5\\3&amp;m\end{pmatrix}$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$B=\begin{pmatrix}20\\m\end{pmatrix}$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$X=\begin{pmatrix}x\\y\end{pmatrix}$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set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negative solution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be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$8\displaystyle\int_a^b|A|\,dm$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 (Cramer's rule), Definite integration of a linear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find where both are negative, then integrate the linear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find where both are negative, then integrate the linear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(Cramer's rule,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$2x-5y=20$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$3x+my=m$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$y=\dfrac{2m-60}{2m+15}$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$x=\dfrac{25m}{2m+15}$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(Cramer's rule,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$y&lt;0\Rightarrow m\in\Big(-\dfrac{15}2,30\Big)$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$x&lt;0\Rightarrow m\in\Big(-\dfrac{15}2,0\Big)$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$m\in\Big(-\dfrac{15}2,0\Big)$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$a=-\dfrac{15}2,\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$8\displaystyle\int_{-15/2}^{0}(2m+15)\,dm=8\Big[m^2+15m\Big]_{-15/2}^{0}$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$=8\Big\{0-\Big(\dfrac{225}4-\dfrac{225}2\Big)\Big\}=8\cdot\dfrac{225}4=450$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increasing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a triangle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increasing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$(-\tfrac{15}2,0)$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integral is a triangle area.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the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$x=\dfrac{20+5y}2$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$x&lt;0\Leftrightarrow y&lt;-4$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$m(y-1)=-3x$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$m=\dfrac{3x}{1-y}=\dfrac{15(y+4)}{2(1-y)}$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$\dfrac{dm}{dy}=\dfrac{75}{2(1-y)^2}&gt;0$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$\lim_{y\to-\infty}m=-\dfrac{15}2$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the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$\Big(-\dfrac{15}2,0\Big)$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a right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$|A|=2m+15$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$m=-\frac{15}2$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$\int_{-15/2}^{0}|A|\,dm$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a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$=\tfrac12\cdot\tfrac{15}2\cdot15=\dfrac{225}4$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$8\times\dfrac{225}4=450$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 for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has a solution in a prescribed sign-region iff the corresponding rational functions of the parameter have those signs; intersect the sign intervals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stronger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a linear function over an interval is the (signed) area of a trapezoid or triangle: no antiderivative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Cramer's rule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$\begin{pmatrix}p&amp;q\\r&amp;s\end{pmatrix}\binom xy=\binom 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$x=\dfrac{us-qv}{ps-qr}$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$y=\dfrac{pv-ur}{ps-qr}$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system has a solution in a prescribed sign-region iff the corresponding rational functions of the parameter have those signs; intersect the sign intervals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stronger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of a linear function over an interval is the (signed) area of a trapezoid or triangle: no antiderivative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(11/11)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1.91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55 questions, 220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Matrices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1.91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