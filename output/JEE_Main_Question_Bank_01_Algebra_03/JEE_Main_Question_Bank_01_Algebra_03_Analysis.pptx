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1.0</c:v>
                </c:pt>
                <c:pt idx="2">
                  <c:v>1.0</c:v>
                </c:pt>
                <c:pt idx="3">
                  <c:v>2.0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1.0</c:v>
                </c:pt>
                <c:pt idx="12">
                  <c:v>2.0</c:v>
                </c:pt>
                <c:pt idx="13">
                  <c:v>1.0</c:v>
                </c:pt>
                <c:pt idx="14">
                  <c:v>2.0</c:v>
                </c:pt>
                <c:pt idx="15">
                  <c:v>2.0</c:v>
                </c:pt>
                <c:pt idx="16">
                  <c:v>3.0</c:v>
                </c:pt>
                <c:pt idx="17">
                  <c:v>3.0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line 'a1 = -39 x 4 = -156' mislabels the quantity: $-39\times4=-156$ is $39d_2$, not $a_1$ (a_1 is $-3$, as the next lines correctly obtain). The working now writes $39d_2=-156$ and $a_1=-159+156=-3$. The PDF also jumps from $b_{100}=a_{70}$ to the numbers; the intermediate equation $b_1+99d_1=a_1+69d_2$ is written out. Answer $-81$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stops at '$\ge2\sqrt a$' and calls it the minimum without showing that equality is attained. The equality step ($a^x=\frac12$, solvable for $a&gt;0,a\ne1$; $a=1$ trivial) was added.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expansion line prints the factor as $5\sqrt2-\frac{4\sqrt2+16}{2}$; the constant '16' is a misprint for $k$ (the middle entry of $R_2$ after the operation is $5\sqrt2-\frac{4\sqrt2+k}{2}$, as the PDF's own next lines use). Also the PDF writes $x\ne3d$ for the excluded case with $\lambda$ in place of $d$. Corrected to $k$ and $d$. Answer $72$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equations (2) and (3) are misprinted. In (2) the second term is written $\frac{3\log y}{\log z}$ again instead of $\frac{3\log x}{\log y}$ (as printed the two terms would cancel and give $0=\frac12$); in (3) the second denominator is printed $\log2$ instead of $\log z$. The corrected forms are used; the results $\frac43$ and $\frac9{14}$, and the answer $2$,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Algebra 03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Sequence and Progression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Five numbers are in A.P., whose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one of these five numbers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greatest number amongst them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Five numbers are in A.P., whose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one of these five numbers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greatest number amongst them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 (five terms in symmetric form)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terms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product becomes a quadratic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terms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$a-2d,\ldots,a+2d$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sum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product becomes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five numbers in A.P.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five numbers in A.P.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$a-2d,\ a-d,\ a,\ a+d,\ a+2d$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$=5a=25\Rightarrow 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$=a(a^2-d^2)(a^2-4d^2)=2520$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$5(25-d^2)(25-4d^2)=2520$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of the terms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there;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$4d^4-125d^2+121=0$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$d^2=\frac{121}{4}$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$d=\pm\frac{11}{2}$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of the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$3,4,5,6,7$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there;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$a-d=-\frac{1}{2}$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$=a+2d=5+2\times\frac{11}{2}=16$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given term first: it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and the product only has to be checked.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given term first: it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and the product only has to be checked.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Reversing the order of an A.P. changes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mean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the mean, so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numbers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Reversing the order of an A.P. changes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mean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the mean, so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$5-d=-\frac12$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numbers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$-6,-\frac12,5,\frac{21}{2},16$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matches.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product negative, so it cannot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greatest number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$=(-6)(-\frac12)(5)(\frac{21}{2})(16)=3\cdot5\cdot\frac{21}{2}\cdot16=2520$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matches.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$5-2d=-\frac12$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$d=\frac{11}{4}$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$5-d=\frac94$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$5-2d&lt;0$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product negative, so it cannot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greatest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$5+2d=16$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Five terms in A.P.: write them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middle term is the mean).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odd number of terms in A.P. use the symmetric form, so the product becomes a function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given term of the A.P.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 sign check of the product then removes the false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here: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Five terms in A.P.: write them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$a-2d,\ldots,a+2d$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middle term is the mean).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odd number of terms in A.P. use the symmetric form, so the product becomes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given term of the A.P.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$a\pm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$a\pm2d$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 sign check of the product then removes the false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$-6,\,-\frac12,\,5,\,\frac{21}{2},\,16$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series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$3+4+8+9+13+14+18+19+\ldots$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$(102)m$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 (sum of series with alternate terms)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Terms at odd and even positions form two separate A.P.s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Terms at odd and even positions form two separate A.P.s with common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at odd positions are in A.P.: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at even positions are in another A.P.: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at odd positions are in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$3,8,13,\ldots$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at even positions are in another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$4,9,14,\ldots$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$S_{odd}=3+8+13+\ldots$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$=\frac{20}{2}\left(2(3)+(19)(5)\right)=1010$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$S_{even}=4+9+14+\ldots$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$=\frac{20}{2}\left(2(4)+(19)(5)\right)=1030$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$=1010+1030=102m$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$2040=102m\Rightarrow m=20$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the terms in consecutive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pair sums form one A.P.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the terms in consecutive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$(3+4),(8+9),\ldots$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pair sums form one A.P.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make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sums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A.P.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$(3+4),(8+9),(13+14),\ldots$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sums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$7,17,27,\ldots$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A.P.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$=\frac{20}{2}\left(2\cdot7+19\cdot10\right)=10(14+190)=2040$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$2040=102m\Rightarrow m=20$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series that alternates two patterns is either two interleaved progressions (split by position) or one progression of pair-blocks; choose the grouping that gives a single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pair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pairs are in A.P.,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pair sums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series that alternates two patterns is either two interleaved progressions (split by position) or one progression of pair-blocks; choose the grouping that gives a single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pair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pairs are in A.P.,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$S_{2n}=\frac{n}{2}\left(2p_1+(n-1)D\right)$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pair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$7,17,27,\ldots$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$S_{40}=2040=102\times20$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$x=\sum_{n=0}^{\infty}(-1)^n\tan^{2n}\theta$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$y=\sum_{n=0}^{\infty}\cos^{2n}\theta$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$y(1+x)=1$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$x(1+y)=1$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$x(1-y)=1$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 geometric series and trigonometric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are infinite G.P.s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are infinite G.P.s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$x=\cos^2\theta$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$y=\operatorname{cosec}^2\theta$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$x=1-\tan^2\theta+\tan^4\theta-\ldots$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$x=\frac{1}{1-(-\tan^2\theta)}=\frac{1}{1+\tan^2\theta}=\frac{1}{\sec^2\theta}=\cos^2\theta$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$y=1+\cos^2\theta+\cos^4\theta+\ldots$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$y=\frac{1}{1-\cos^2\theta}=\frac{1}{\sin^2\theta}=\operatorname{cosec}^2\theta$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$y(1-x)=\operatorname{cosec}^2\theta\,(1-\cos^2\theta)=\operatorname{cosec}^2\theta\sin^2\theta=1$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$y(1-x)=1$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one admissible value,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see which relation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one admissible value,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$\theta=\frac{\pi}{6}$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see which relation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$(0,\frac{\pi}{4})$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$x=\frac{1}{1+\frac13}=\frac34$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$y=\frac{1}{1-\frac34}=4$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$y(1-x)=4\cdot\frac14=1$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holds,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$y(1+x)=4\cdot\frac74=7\ne1$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$x(1+y)=\frac34\cdot5=\frac{15}{4}\ne1$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$x(1-y)=\frac34(-3)=-\frac94\ne1$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holds,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$y(1-x)=1$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the G.P. sums into trigonometric functions.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Identity-type options can be eliminated by substituting one convenient angle in the allowed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$\sum_{n\ge0}r^n=\frac{1}{1-r}$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$r=-\tan^2\theta$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$\frac{1}{1+\tan^2\theta}=\cos^2\theta$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$\frac{1}{1-\cos^2\theta}=\operatorname{cosec}^2\theta$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the G.P. sums into trigonometric functions.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Identity-type options can be eliminated by substituting one convenient angle in the allowed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to infinity of the series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to infinity of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$(x+y)+(x^2+xy+y^2)+(x^3+x^2y+xy^2+y^3)+\ldots$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$\frac{x+y+xy}{(1-x)(1-y)}$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$\frac{x+y-xy}{(1+x)(1+y)}$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$\frac{x+y-xy}{(1-x)(1-y)}$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$\frac{x+y+xy}{(1+x)(1+y)}$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to infinity of a series (geometric progressions)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and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each bracket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series splits into two G.P.s.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and 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each bracket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$\frac{x^{n}-y^{n}}{x-y}$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series splits into two G.P.s.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bracket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series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$\frac{x^{n}-y^{n}}{x-y}$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series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$\frac{x^2-y^2}{x-y}+\frac{x^3-y^3}{x-y}+\frac{x^4-y^4}{x-y}+\ldots\infty$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$=\frac{1}{x-y}\left(x^2+x^3+x^4+\ldots\infty\right)-\frac{1}{x-y}\left(y^2+y^3+y^4+\ldots\right)$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$=\frac{1}{x-y}\left(\frac{x^2}{1-x}-\frac{y^2}{1-y}\right)$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$=\frac{1}{x-y}\cdot\frac{x^2-x^2y-y^2+xy^2}{(1-x)(1-y)}$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$x^2-y^2-xy(x-y)=(x-y)(x+y-xy)$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$\frac{x+y-xy}{(1-x)(1-y)}$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$\frac{x+y-xy}{(1-x)(1-y)}$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brackets together contain every monomial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once, so the sum is a product of two G.P.s minus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brackets together contain every monomial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$x^iy^j$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except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once, so the sum is a product of two G.P.s minus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bracket is the sum of all monomials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non-negative integers occurs exactly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series equals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bracket is the sum of all monomials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$x^iy^j$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$i+j=n$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$(i,j)\ne(0,0)$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non-negative integers occurs exactly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series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$\sum_{i,j\ge0}x^iy^j-1$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double sum factorises: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p>
                          </m:e>
                        </m:nary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(C), the same answer (and it does not even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double sum factorises: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$\left(\sum_{i\ge0}x^i\right)\left(\sum_{j\ge0}y^j\right)=\frac{1}{(1-x)(1-y)}$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$=\frac{1}{(1-x)(1-y)}-1=\frac{1-(1-x)(1-y)}{(1-x)(1-y)}=\frac{x+y-xy}{(1-x)(1-y)}$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(C), the same answer (and it does not even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$\frac{x+y-xy}{(1-x)(1-y)}$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all monomials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series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agrees with the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$x^n+x^{n-1}y+\ldots+y^n=\frac{x^{n+1}-y^{n+1}}{x-y}$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$\sum_{n\ge0}h_n(x,y)=\frac{1}{(1-x)(1-y)}$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$|x|,|y|&lt;1$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all monomials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$\sum_{n\ge1}h_n=\frac{x+y-xy}{(1-x)(1-y)}$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series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$x+x^2+\ldots=\frac{x}{1-x}$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agrees with the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A.P.,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$(a_1\ne0)$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A.P.,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$a_1,a_3,a_5,\ldots,a_{23}$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$\frac{121}{10}$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$-\frac{121}{10}$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$-\frac{72}{5}$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$\frac{72}{5}$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 (sum of terms, sub-progression)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links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odd-numbered terms form a new A.P.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and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$S_{11}=0$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links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odd-numbered terms form a new A.P.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and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another A.P.: number of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first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common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$\frac{11}{2}(2a+10d)=0$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$a=-5d$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$a_1,a_3,\ldots,a_{23}$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another A.P.: number of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$S_{12}=\frac{12}{2}\left(2a+11(2d)\right)$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$=\frac{12}{2}\left(2a+22\left(\frac{-a}{5}\right)\right)$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$=-\frac{72}{5}a$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$k=-\frac{72}{5}$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$-\frac{72}{5}$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middle term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new A.P. is read off from its mean.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$S_{11}=0$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middle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$a_n=(n-6)d$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new A.P. is read off from its mean.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of an A.P.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its middle term),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an A.P. with mean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$S_{11}=11\,a_6=0$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of an A.P.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its middle term),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$a_n=(n-6)d$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$a_1=-5d$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$a_{23}=17d$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$a_1,a_3,\ldots,a_{23}$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an A.P. with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$\frac{a_1+a_{23}}{2}=\frac{-5d+17d}{2}=6d$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$12\times6d=72d$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$d=-\frac{a_1}{5}$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$=-\frac{72}{5}a_1$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$k=-\frac{72}{5}$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$-\frac{72}{5}$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an A.P.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(number of terms)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(mean) and the mean is the middle term (or the average of first and last).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middle term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every second term of an A.P. gives an A.P. with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an 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(number of terms)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(mean) and the mean is the middle term (or the average of first and last).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$S_{2m+1}=0$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middle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$a_{m+1}=0$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$a_n=(n-m-1)d$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every second term of an A.P. gives an A.P. with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$a_n=(n-6)d$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$a_1+a_3+\ldots+a_{23}=72d$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series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series 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$\{x+ka\}+\{x^2+(k+2)a\}+\{x^3+(k+4)a\}+\{x^4+(k+6)a\}+\ldots$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$S=\frac{x^{10}-x+45a(x-1)}{x-1}$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series (geometric and arithmetic progressions combined)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series into a G.P.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an A.P.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compare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series into a G.P.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$x,x^2,\ldots$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an A.P.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$k,k+2,\ldots$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compare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𝑡𝑒𝑟𝑚𝑠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$(x+ka)+(x^2+(k+2)a)+(x^3+(k+4)a)+\ldots$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$=(x+x^2+x^3+\ldots+x^9)+a\left((k)+(k+2)+(k+4)+\ldots\ (9\text{ terms})\right)$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$=\frac{x\left(x^9-1\right)}{x-1}+a\left[\frac92\left(2k+(9-1)(2)\right)\right]$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$=\frac{x^{10}-x}{x-1}+a\left[9(k+8)\right]$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the given sum: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$=\frac{x^{10}-x+9(k+8)(x-1)a}{x-1}$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the given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$9(k+8)a=45a$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$k+8=5\Rightarrow k=-3$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G.P. part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holds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$x\ne1$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G.P. part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expressions are equal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 polynomials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cancelling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may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reduce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expressions are equal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 polynomials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cancelling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may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$a\left[k+(k+2)+\ldots+(k+16)\right]=9(k+8)a$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$\frac{0-0+45a(-1)}{-1}=45a$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$9(k+8)a=45a$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$k+8=5$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series whose terms are sums of two standard sequences splits into two standard sums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𝐺.𝑃.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𝐴.𝑃.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(middle term):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the middle (5th)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expressions are equal for all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you may substitute any convenient admissible value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to compare parts.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series whose terms are sums of two standard sequences splits into two standard sums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$\text{G.P.}+\text{A.P.}$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(middle term):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$9(k+8)$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the middle (5th)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expressions are equal for all admissible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you may substitute any convenient admissible value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to compare parts.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term of an A.P.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its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equal to the sum of its next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then the common difference of this A.P.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term of an A.P.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its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equal to the sum of its next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then the common difference of this A.P.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 (sum of terms)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'Next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terms' means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'Next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terms' means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$S_{25}=S_{40}-S_{25}$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$S_{25}=S_{40}-S_{25}$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$2S_{25}=S_{40}$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$2\left(\frac{25}{2}[6+24d]\right)=\frac{40}{2}[6+39d]$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$25[6+24d]=20[6+39d]$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$30+120d=24+156d$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$36d=6\Rightarrow d=\frac16$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block sum is (number of terms)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(middle term):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block sum is (number of terms)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(middle term):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$25\,a_{13}=15\,a_{33}$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(middle term of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middle term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$S_{25}=25\,a_{13}$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(middle term of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middle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$15\,a_{33}$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$25(3+12d)=15(3+32d)\Rightarrow5(3+12d)=3(3+32d)$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$15+60d=9+96d\Rightarrow36d=6\Rightarrow d=\frac16$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consecutive terms of an A.P.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(number of terms)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(middle term)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𝑚𝑖𝑑𝑑𝑙𝑒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'Next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terms' after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consecutive terms of an 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(number of terms)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(middle term)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$n\cdot a_{\text{middle}}$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'Next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terms' after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$n+1,\ldots,n+m$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$S_{n+m}-S_n$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$S_{25}=25(3+2)=125$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$S_{40}-S_{25}=20(6+6.5)-125=125$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series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negative,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$20+19\frac35+19\frac15+18\frac45+\ldots$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negative,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Arithmetic progression (sum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Arithmetic progression (sum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488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two roots; the condition 'last term negative' selects the larger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$S_n=488$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two roots; the condition 'last term negative' selects the larger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series is an A.P.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series is an A.P.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$19\frac35=20-\frac25$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$S_n=488\Rightarrow\frac{n}{2}\left(2a+(n-1)d\right)=488$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$\frac{n}{2}\left(2\times20+(n-1)\left(\frac{-2}{5}\right)\right)=488$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$n^2-101n+2440=0$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negative,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$T_n=20+(40-1)\left(-\frac25\right)=\frac{22}{5}&gt;0$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$T_n=20+(61-1)\left(-\frac25\right)=-4&lt;0$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negative,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term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each option into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each option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$T_n=20-\frac25(n-1)$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$S_n=\frac n2(20+T_n)$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A.P.,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$S_n=\frac{n}{2}(T_1+T_n)$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$T_n=20-\frac25(n-1)$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$T_{41}=4$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$S_{41}=\frac{41}{2}(24)=492\ne488$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$T_{60}=20-\frac{118}{5}=-\frac{18}{5}$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$S_{60}=30\left(20-\frac{18}{5}\right)=492\ne488$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483.6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 is negative. This is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$T_n=-4\frac25$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$S_{62}=31\left(20-\frac{22}{5}\right)=483.6\ne488$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$S_{61}=\frac{61}{2}(20-4)=488$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 is negative. This is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term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𝑔𝑖𝑣𝑒𝑛 𝑣𝑎𝑙𝑢𝑒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have two solutions; the extra condition (sign of last term) picks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A.P. is symmetric about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change sign after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partial sums rise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fall.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$S_n=\frac{n}{2}\left(2a+(n-1)d\right)$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$S_n=\text{given value}$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have two solutions; the extra condition (sign of last term) picks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A.P. is symmetric about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$n=\frac12-\frac 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$S_{40}=S_{61}$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$40+61=101$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change sign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$T_{51}=0$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partial sums rise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$S_{50}=S_{51}$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fall.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numerical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arithmetic means (A.Ms) and three geometric means (G.Ms) are inserted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A.M. is equal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arithmetic means (A.Ms) and three geometric means (G.Ms) are inserted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A.M.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means and geometric means between two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G.M.s make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G.P.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G.M.s make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$3,G_1,G_2,G_3,243$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G.P. with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$G_2=27$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$A_4=3+4d$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$d=\frac{240}{m+1}$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A.P.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G.P.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243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$3,A_1,A_2,\ldots,A_m,243$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$d=\frac{243-3}{m+1}=\frac{240}{m+1}$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$3,G_1,G_2,G_3,243$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G.P.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$r=\left(\frac{b}{a}\right)^{\frac{1}{n+1}}$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$r=\left(\frac{243}{3}\right)^{\frac{1}{3+1}}=(81)^{1/4}=3$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$G_2=3(3)^2=27$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$G_2=A_4\Rightarrow3(3)^2=3+4\left(\frac{240}{m+1}\right)$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$27=3+\frac{960}{m+1}\Rightarrow24(m+1)=4(240)$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$m+1=40\Rightarrow m=39$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way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way.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$\frac{k}{m+1}$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way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$243$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$G_2=27$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$\frac{24}{240}=\frac1{10}$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way.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A.P.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steps,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G.P.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$3,A_1,\ldots,A_m,243$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steps,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$A_k=3+\frac{k}{m+1}(243-3)$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$3,G_1,G_2,G_3,243$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$G_2=3\cdot3^2=27$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$A_4=G_2$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$3+\frac{4}{m+1}(240)=27$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$\frac{4}{m+1}=\frac{24}{240}=\frac1{10}$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$m+1=40$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A.M.s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at fraction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way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 interpolation).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$r=\left(\frac ba\right)^{\frac1{n+1}}$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$G_k=ar^k$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A.M.s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$d=\frac{b-a}{m+1}$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$A_k=a+kd$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at fraction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$\frac{k}{m+1}$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way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 interpolation).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$3,9,27,81,243$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$G_2=27$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an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$1+(1-2^2\cdot1)+(1-4^2\cdot3)+(1-6^2\cdot5)+\ldots+(1-20^2\cdot19)=\alpha-220\beta$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an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$(10,97)$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$(11,97)$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$(11,103)$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$(10,103)$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Summation of series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Summation of series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r^3$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expand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.10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bracket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$1-(2r-1)(2r)^2$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expand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r^3$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$r=1..10$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$=1+\sum_{r=1}^{10}\left(1-(2r-1)(2r)^2\right)$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$=1+\sum_{r=1}^{10}\left(1-8r^3+4r^2\right)$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$=1+10-8\sum_{r=1}^{10}r^3+4\sum_{r=1}^{10}r^2$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$=11-8\left(\frac{10\times11}{2}\right)^2+4\left(\frac{10\times11\times21}{6}\right)$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$=11-8(55)^2+55\times28$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$=11+55(28-440)=11+55\times(-412)$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$=11-220\times103$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$(11,103)$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power sums are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pull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and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remainder.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power sums are multiples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pull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and 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remainder.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other representation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given options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$11-8\sum r^3+4\sum r^2=11-8(55)^2+4(385)$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$8(55)^2=24200=220\times110$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$4(385)=1540=220\times7$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$11-220\times110+220\times7=11-220(110-7)=11-220\times103$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other representation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$\alpha-220\beta$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given options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$\alpha\equiv11\pmod{220}$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$(11,103)$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$(11,103)$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over even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answer has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reduce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residue, which often decides between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total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22649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$\sum_{r=1}^{n}r^2=\frac{n(n+1)(2n+1)}{6}$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$\sum_{r=1}^{n}r^3=\left(\frac{n(n+1)}{2}\right)^2$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over even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$\sum(2r)^3=8\sum r^3$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$\sum(2r)^2=4\sum 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answer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$\alpha-c\beta$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reduce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residue, which often decides between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$-22649=11-220\times103$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given A.P. whose common difference is an integer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$a_1,a_2,\ldots,a_n$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given A.P. whose common difference is an integer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$S_n=a_1+a_2+\ldots+a_n$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$a_n=300$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$15\le n\le50$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$(S_{n-4},a_{n-4})$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$(2490,248)$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$(2480,248)$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$(2480,249)$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$(2490,249)$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 with integer common difference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299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an integer,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range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one 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$d=\frac{299}{n-1}$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an integer,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$299=13\times23$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range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$15\le n\le50$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one 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$a_n=300$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$d=\frac{299}{n-1}=\frac{13\times23}{n-1}$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$n-1=\pm13,\ \pm23,\ \pm299,\ 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$n=0,\ 2,\ -298,\ 300,\ -22,\ 24,\ -12,\ 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$n\in[15,50]$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$S_{20}=\frac{20}{2}\left[2(1)+19\times13\right]=10[2+247]=2490$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$a_{n-4}=a_{20}=a_1+19d=1+19\times13=1+247=248$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$(S_{n-4},a_{n-4})=(2490,248)$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2490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$(2490,248)$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options: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divide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299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gcd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test picks the value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options: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divide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$299$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$a_{n-4}-1$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$\gcd$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test picks the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$a_{n-4}$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$a_n-a_1=(n-1)d=299$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$a_{n-4}-a_1=(n-5)d$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$a_{n-4}-1$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$249-1=248=8\times31$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$248-1=247=13\times19$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$\gcd(248,299)=1$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$\gcd(247,299)=13$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$a_{n-4}=249$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$n=300\notin[15,50]$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$a_{n-4}=248$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$S_{20}=20\cdot\frac{a_1+a_{20}}{2}=10(1+248)=2490$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$(2490,248)$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2490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$(2490,248)$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list the divisors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only the first and last terms,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divisors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$a_n=a_1+(n-1)d$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$(n-1)\mid(a_n-a_1)$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list the divisors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$a_n-a_1$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$S_m=\frac m2(a_1+a_m)$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only the first and last terms,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$299=13\times23$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divisors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$1,13,23,299$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$[14,49]$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second, third and fourth terms of a positive term G.P.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its sixth, seventh and eighth terms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this G.P.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second, third and fourth terms of a positive term G.P.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its sixth, seventh and eighth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this G.P.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$\frac{2}{13}\left(3^{50}-1\right)$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$\frac{1}{26}\left(3^{50}-1\right)$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$\frac{1}{13}\left(3^{50}-1\right)$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$\frac{1}{26}\left(3^{49}-1\right)$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Geometric progression (positive terms, 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Geometric progression (positive terms,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the two given sums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positivity of the terms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the two given sums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$r^4=81$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positivity of the terms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G.P.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G.P.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$a,ar,ar^2,\ldots$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$T_2+T_3+T_4=3$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$ar+ar^2+ar^3=3$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$T_6+T_7+T_8=243$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$ar^5+ar^6+ar^7=243$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positive-term G.P.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$\div$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$r^4=\frac{243}{3}=81$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positive-term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$a(3+9+27)=3\Rightarrow a=\frac{1}{13}$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$S_{50}=\frac{a\left(r^{50}-1\right)}{r-1}=\frac{1}{13}\cdot\frac{3^{50}-1}{3-1}$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$S_{50}=\frac{3^{50}-1}{26}$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$\frac{1}{26}\left(3^{50}-1\right)$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multiple of the known sum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has to be found.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$S_{50}$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multiple of the known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$T_2+T_3+T_4$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has to be found.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$T_2+T_3+T_4=ar(1+r+r^2)=ar\cdot\frac{r^3-1}{r-1}=3$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$S_{50}=a\cdot\frac{r^{50}-1}{r-1}$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$\frac{S_{50}}{3}=\frac{r^{50}-1}{r(r^3-1)}$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$\frac{S_{50}}{3}=\frac{3^{50}-1}{3\cdot26}$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$S_{50}=\frac{3^{50}-1}{26}$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$\frac{1}{26}\left(3^{50}-1\right)$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G.P., the ratio of two equal-length blocks of consecutive terms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gap in their positions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sum of a block of the G.P.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block sum are related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eliminated.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'Positive terms' fixes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G.P., the ratio of two equal-length blocks of consecutive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gap in their positions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$T_6/T_2=r^4$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sum of a block of the G.P.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$a\,r^{j}\frac{r^m-1}{r-1}$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block sum are related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eliminated.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'Positive terms' fixes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non zero distinct real numbers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non zero distinct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$(a^2+b^2+c^2)p^2-2(ab+bc+cd)p+(b^2+c^2+d^2)=0$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$a,c,p$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$a,c,p$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Quadratic expression as a sum of squares, Geometric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sum of squares that can vanish only if each square does.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$(ap-b)^2+(bp-c)^2+(cp-d)^2$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sum of squares that can vanish only if each square does.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the given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square is non-negative,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the given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$(ap-b)^2+(bp-c)^2+(cp-d)^2=0$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square is non-negative,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$bp=c$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(common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 ba=\frac cb=\frac 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(common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G.P.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G.P.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it as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real root: 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against Cauchy-Schwarz forces 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it as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real root: discriminant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against Cauchy-Schwarz forces 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real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Cauchy-Schwarz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$Ap^2-2Bp+C=0$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$A=a^2+b^2+c^2$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$B=ab+bc+cd$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$C=b^2+c^2+d^2$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real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$B^2\ge 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Cauchy-Schwarz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$B^2=(ab+bc+cd)^2\le(a^2+b^2+c^2)(b^2+c^2+d^2)=AC$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equality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proportional.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equality case: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proportional.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ab=\frac bc=\frac 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G.P.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G.P.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recognition cue for a G.P. of four terms (ratio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Cauchy-Schwarz: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real numbers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each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pattern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$(a^2+b^2+c^2)p^2-2(ab+bc+cd)p+(b^2+c^2+d^2)=(ap-b)^2+(bp-c)^2+(cp-d)^2$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recognition cue for a G.P. of four terms (ratio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Cauchy-Schwarz: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$(ab+bc+cd)^2\le(a^2+b^2+c^2)(b^2+c^2+d^2)$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$a:b:c=b:c:d$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real numbers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each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pattern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$\sum_{i=1}^{n-1}(a_ip-a_{i+1})^2=0\iff a_1,\ldots,a_n$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difference of the A.P.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more than the common difference of A.P.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difference of the 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$b_1,b_2,\ldots,b_m$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more than the common difference of 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$a_1,a_2,\ldots,a_n$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$a_{40}=-159$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$a_{100}=-399$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$b_{100}=a_{70}$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 (two progressions, common difference)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$a_{40}$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$a_{100}$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$d_1=d_2+2$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$b_{100}=a_{70}$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A.P.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difference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A.P.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difference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$b_1,b_2,\ldots,b_m$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A.P.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$a_1,a_2,\ldots,a_n$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A.P.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$d_1-d_2=2$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$a_1+39d_2=-159$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$a_1+99d_2=-399$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$60d_2=-240\Rightarrow d_2=-4$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$d_1+4=2\Rightarrow d_1=-2$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$39d_2=-156$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$a_1=-159+156=-3$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$b_{100}=a_{70}$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$b_1+99d_1=a_1+69d_2$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$b_1-198=-3-69\times4$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$b_1=198-3-276=195-276=-81$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$-81$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found without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$a_{70}$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$a_{40}$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$a_{100}$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found without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$70=\frac{40+100}{2}$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$a_{70}=\frac{a_{40}+a_{100}}{2}=\frac{-159-399}{2}=-279$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$d_2=\frac{a_{100}-a_{40}}{60}=\frac{-240}{60}=-4$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$b_1=b_{100}-99d_1=a_{70}-99d_1=-279-99(-2)=-279+198$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$b_1=-81$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$-81$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 midway in position is the mean of the two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two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links any two terms without needing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$a_{\frac{p+q}{2}}=\frac{a_p+a_q}{2}$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 midway in position is the mean of the two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$d=\frac{a_q-a_p}{q-p}$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two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$a_m=a_n+(m-n)d$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links any two terms without needing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$f(x)=a^{a^x}+a^{1-a^x}$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AM-GM inequality (minimum value of an exponential expression)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terms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constant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AM-GM applies.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$a^{a^x}$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$a^{1-a^x}$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constant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AM-GM applies.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sup>
                            </m:sSup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$f(x)=a^{a^x}+\frac{a}{a^{a^x}}$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$\frac{a^{a^x}+\frac{a}{a^{a^x}}}{2}\ge\sqrt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$a^{a^x}+a^{1-a^x}\ge2\sqrt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the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$a^{a^x}=a^{1-a^x}$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the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$x=\log_a\frac12$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$f=2=2\sqrt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 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convex and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minimum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$t=a^x&gt;0$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$g(t)=a^t+a^{1-t}$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convex and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minimum 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over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$t=a^x$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$g(t)=a^t+a^{1-t}$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$g(1-t)=g(t)$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$g'(t)=\ln a\left(a^t-a^{1-t}\right)=0\iff t=1-t\iff 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$g''(t)=(\ln a)^2\left(a^t+a^{1-t}\right)&gt;0$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$g\left(\frac12\right)=2a^{1/2}=2\sqrt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$f\equiv2=2\sqrt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 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Quantities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extremum is at the centre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equality is attainable inside the range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$u\cdot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$u+v\ge2\sqrt{uv}$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Quantities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$\phi(t)+\phi(c-t)$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extremum is at the centre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equality is attainable inside the range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arithmetic progression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determinant of the matrix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arithmetic progression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$x\ne3d$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determinant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$\left[\begin{matrix}3&amp;4\sqrt2&amp;x\\4&amp;5\sqrt2&amp;y\\5&amp;k&amp;z\end{matrix}\right]$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progression, Determinants (row operations)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A.P.,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third entry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zero and the determinant factorises.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A.P.,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$R_2\to R_2-\frac{R_1+R_3}{2}$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third entry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zero and the determinant factorises.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third entry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$\left|\begin{matrix}3&amp;4\sqrt2&amp;x\\4&amp;5\sqrt2&amp;y\\5&amp;k&amp;z\end{matrix}\right|=0$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R_2-\frac{R_1+R_3}{2}$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$y-\frac{x+z}{2}=0$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third entry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 5\sqrt2-\frac{4\sqrt2+k}{2},\ 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$\left(5\sqrt2-\frac{4\sqrt2+k}{2}\right)(3z-5x)=0$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$3z-5x=0$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$3(x+2d)-5x=0$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$5\sqrt2-\frac{4\sqrt2+k}{2}=0$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$10\sqrt2=4\sqrt2+k\Rightarrow k=6\sqrt2$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third column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linearity of the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third column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$x(1,1,1)^T+d(0,1,2)^T$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linearity of the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$(x,y,z)=(x,x+d,x+2d)=x(1,1,1)+d(0,1,2)$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$x\Delta_1+d\Delta_2$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$\Delta_1=\left|\begin{matrix}3&amp;4\sqrt2&amp;1\\4&amp;5\sqrt2&amp;1\\5&amp;k&amp;1\end{matrix}\right|=3(5\sqrt2-k)-4\sqrt2(4-5)+(4k-25\sqrt2)=k-6\sqrt2$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$\Delta_2=\left|\begin{matrix}3&amp;4\sqrt2&amp;0\\4&amp;5\sqrt2&amp;1\\5&amp;k&amp;2\end{matrix}\right|=3(10\sqrt2-k)-4\sqrt2(8-5)=18\sqrt2-3k=-3(k-6\sqrt2)$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determinant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$(x-3d)(k-6\sqrt2)=0$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$x\ne3d$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analogue) produces a zero; the determinant factors.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Determinants are linear in each column: a column in A.P.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determinant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the condition that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R_2-\frac{R_1+R_3}{2}$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analogue) produces a zero; the determinant factors.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Determinants are linear in each column: a column in A.P.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$x\cdot\mathbf1+d\cdot(0,1,2)^T$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$x\Delta_1+d\Delta_2$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determinant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$(x-3d)(k-6\sqrt2)$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$x\ne3d$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the condition that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positive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with common difference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positive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$x^{pq^2}=y^{qr}=z^{p^2r}$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$r=pq+1$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$3,\ 3\log_yx,\ 3\log_zy,\ 7\log_xz$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$r-p-q$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Logarithms (change of base),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A.P. gives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equal powers give the same ratios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A.P.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$\log_yx,\log_zy,\log_xz$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equal powers give the same ratios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(1)-(4):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...(5)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$3\log_yx-3=\frac12\Rightarrow\frac{\log x}{\log y}=\frac76$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$3\log_zy-3\log_yx=\frac12\Rightarrow\frac{3\log y}{\log z}-\frac{3\log x}{\log y}=\frac12\Rightarrow\frac{\log y}{\log z}=\frac43$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$7\log_xz-3\log_zy=\frac12\Rightarrow\frac{7\log z}{\log x}-\frac{3\log y}{\log z}=\frac12\Rightarrow\frac{\log z}{\log x}=\frac{9}{14}$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$x^{pq^2}=y^{qr}=z^{p^2r}$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$pq^2\log x=qr\log y=p^2r\log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(1)-(4):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$\frac{\log x}{\log y}=\frac{r}{pq}=\frac76$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...(5)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...(6)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...(7)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...(8)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(5), (6), (7), (8):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$\frac{\log y}{\log z}=\frac{p^2}{q}=\frac43$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...(6)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$\frac{\log z}{\log x}=\frac{q^2}{pr}=\frac{9}{14}$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...(7)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$r=pq+1$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...(8)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(5), (6), (7), (8):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$r-p-q=7-2-3=2$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Equation (5)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once; then list the factor pairs and test one more ratio.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Equation (5)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$r=pq+1$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once; then list the factor pairs and test one more ratio.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integer pairs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$\frac{r}{pq}=\frac76$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$r=pq+1$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$6(pq+1)=7pq$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integer 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$(p,q)=(1,6),(2,3),(3,2),(6,1)$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$\frac{p^2}{q}=\frac43$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$(1,6)\to\frac16$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$(2,3)\to\frac43$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$(3,2)\to\frac92$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$(6,1)\to36$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(7):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(7):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$\frac{q^2}{pr}=\frac{9}{14\cdot1}$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$r-p-q=2$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etc.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ratios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(cyclic product);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Integer-solution problems: get a product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one equation, list the finite factor pairs, and test one more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$x^{\alpha}=y^{\beta}=z^{\gamma}$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$\alpha\ln x=\beta\ln y=\gamma\ln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 x}{\ln y}=\frac{\beta}{\alpha}$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etc.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ratios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$\log_yx\cdot\log_zy\cdot\log_xz=1$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(cyclic product);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$\frac76\cdot\frac43\cdot\frac9{14}=1$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Integer-solution problems: get a product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one equation, list the finite factor pairs, and test one more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A.P.,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G.P. If the sum of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A.P., whose first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$a^3,b^3$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G.P. If the sum of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A.P., whose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$\frac{a+4b+c}{3}$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$\frac{a-8b+c}{10}$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$\frac{343}{8}$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Logarithms (change of base) and geometric progression,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G.P. of logarithms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A.P. of cubes then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G.P. of logarithms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$(\log a)^3=(\log c)^3$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A.P. of cubes then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$2b^3=a^3+c^3$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$\log_ab,\log_ca,\log_bc$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$\left(\frac{\log a}{\log c}\right)^2=\frac{\log b}{\log a}\cdot\frac{\log c}{\log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$(\log a)^3=(\log c)^3\Rightarrow 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$2b^3=2c^3\Rightarrow 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$T_1=\frac{a+4a+a}{3}=2a$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$d=\frac{a-8a+a}{10}=-\frac{3a}{5}$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$-444=10\left(4a-\frac{57a}{5}\right)=-\frac{370a}{5}$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$a=\frac{444}{74}=6$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$abc=6\cdot6\cdot6=216$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(chain rule), so the G.P. condition reads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the sum of an A.P.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 mean.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$\log_ab\cdot\log_bc=\log_ac$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(chain rule), so the G.P. condition reads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$(\log_ca)^2=\log_ac=\frac1{\log_ca}$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the sum of an A.P.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 mean.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G.P.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$\log_ab\cdot\log_bc=\log_ac=\frac{1}{\log_ca}$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G.P.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$(\log_ca)^2=\log_ab\cdot\log_bc$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$(\log_ca)^3=1$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$\log_ca=1$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$2b^3=a^3+c^3=2c^3$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A.P. has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mean, and the mean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A.P. has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$d=-\frac{3t}{5}$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mean, and the mean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$T_1+9.5d=2t-5.7t=-3.7t$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$S_{20}=20(-3.7t)=-74t=-444\Rightarrow t=6$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$abc=t^3=216$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Change of base chain: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bases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equal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mean,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A.P.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Change of base chain: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$\log_ab\cdot\log_bc=\log_ac$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$\log_ab\cdot\log_ba=1$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$u^3=v^3$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bases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equal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mean,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$=T_1+\frac{n-1}{2}d$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$12,\,8.4,\,\ldots$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$S_{20}=-444$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ways of selecting two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remainder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ways of selecting two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$a\in\{2,4,6,\ldots,100\}$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$b\in\{1,3,5,\ldots,99\}$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remainder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selections with a given remainder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pairs for each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$\equiv2\pmod{23}$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$a+b\in\{25,71,117,163\}$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pairs for each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Clearly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$\frac{a+b}{23}=\lambda+\frac{2}{23}$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$a+b=23\lambda+2$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$25,\ 71,\ 117,\ 163$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$=12+35+42+19=108$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congruence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$b=2j-1$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$i,j\in\{1,\ldots,50\}$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congruence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$i+j\equiv13\pmod{23}$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$a+b=2(i+j)-1\equiv2\pmod{23}\iff2(i+j)\equiv3\pmod{23}$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$2\cdot12\equiv1$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$i+j\equiv36\equiv13\pmod{23}$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i+j\le100$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$i+j\in\{13,36,59,82\}$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$[1,50]^2$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$i+j=s$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$s=13\to12$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$s=36\to35$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$s=59\to42$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$s=82\to19$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$12+35+42+19=108$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Parity first: even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is odd, so only odd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congruence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multiplying by the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$[1,n]^2$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$i+j=s$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s\le 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$2n+1-s$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$n+1\le s\le2n$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Parity first: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is odd, so only odd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$23\lambda+2$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congruence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$2s\equiv c\pmod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multiplying by 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A.P.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and the sum of its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zero,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A.P.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$a_7=3$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and the sum of its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zero,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$n!-4a_{n(n+2)}$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$\frac{381}{4}$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progression, Minimum value of a quadratic expression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product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minimum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$a_1=3-6d$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$a_4=3-3d$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product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minimum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$d=\frac34$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$a_7=3=a+6d\Rightarrow a=3-6d$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$a_1a_4=a(a+3d)=(3-6d)(3-3d)=18d^2-27d+9$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$d_{min}=-\frac{-27}{2\cdot18}=\frac34$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$a=3-\frac{9}{2}=-\frac32$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$S_n=\frac n2\left[2a+(n-1)d\right]=0\Rightarrow-3+(n-1)\frac34=0$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$n!-4a_{n(n+2)}=5!-4a_{35}=120-4(a+34d)$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$=120-4\left(-\frac32+34\cdot\frac34\right)=120+6-102=24$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quadratic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vertex is midway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quadratic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$a_1a_4$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vertex is midway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$d=\frac34$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$a_n=-a_1$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product is an upward parabola with these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is midway between the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$a_1=3-6d$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$a_4=3-3d$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product is an upward parabola with these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is midway between the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$d=\frac{1/2+1}{2}=\frac34$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$a_1=3-\frac92=-\frac32$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$S_n=\frac n2(a_1+a_n)=0\Rightarrow a_n=-a_1$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$(n-1)d=-2a_1=3$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$a_{35}=a_7+28d=3+21=24$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$n!-4a_{35}=120-96=24$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A.P.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terms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far term directly from a known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$\alpha(d-r_1)(d-r_2)$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$d=\frac{r_1+r_2}{2}$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A.P.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terms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$a_m=a_k+(m-k)d$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far term directly from a known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$a_1,\ldots,a_5$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$-\frac32,-\frac34,0,\frac34,\frac32$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1.75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QB 01 Algebra 03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1.75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