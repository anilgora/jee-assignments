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Sheet1!$A$2:$A$36</c:f>
              <c:strCache>
                <c:ptCount val="3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</c:strCache>
            </c: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3.0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1.0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3.0</c:v>
                </c:pt>
                <c:pt idx="19">
                  <c:v>3.0</c:v>
                </c:pt>
                <c:pt idx="20">
                  <c:v>2.0</c:v>
                </c:pt>
                <c:pt idx="21">
                  <c:v>3.0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2.0</c:v>
                </c:pt>
                <c:pt idx="26">
                  <c:v>2.0</c:v>
                </c:pt>
                <c:pt idx="27">
                  <c:v>2.0</c:v>
                </c:pt>
                <c:pt idx="28">
                  <c:v>2.0</c:v>
                </c:pt>
                <c:pt idx="29">
                  <c:v>3.0</c:v>
                </c:pt>
                <c:pt idx="30">
                  <c:v>3.0</c:v>
                </c:pt>
                <c:pt idx="31">
                  <c:v>2.0</c:v>
                </c:pt>
                <c:pt idx="32">
                  <c:v>3.0</c:v>
                </c:pt>
                <c:pt idx="33">
                  <c:v>2.0</c:v>
                </c:pt>
                <c:pt idx="34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third elimination as '(iv)$\times2-$(iii)$\times5$'; it must be (iv)$\times2-$(v)$\times5$ (the equation (v) contains $y$ and $z$ only). The values and the answer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only prints the value of $D$ and the line 'D $\neq a$' (a typo for $D\neq0$); it never shows why $15a^2+31a+37\neq0$. The discriminant step was added; value of $D$ and the answer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evaluates $D$ and $D_x$ only and leaves $D_y$, $D_z$ unevaluated and the four options undecided; the option-by-option verdicts were added. Also the English option (D) is a mistranslation (Hindi says 'has a solution'); as printed in English it would also be false. Key (A)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stops after finding $\alpha=4$ and never finds $\beta$ (needs the consistency condition, $\beta=14$); that step was written. (The second equation is printed '2a+2y+αz=8' - a typo for $2x$.)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stops after listing the three cases ($\alpha-2\beta+7\neq0$ / $=0$ with $2\alpha-8\beta+3\neq0$ / $=0$) and never evaluates the four options; the option-wise verdicts (and the single point $(-\frac{25}{2},-\frac{11}{4})$) were added. Key (D)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'When $\lambda=-2$, $D\neq0$'; this is wrong ($D(-2)=0$, as the line above it shows). It should read $D_1\neq0$ at $\lambda=-2$. Conclusion and answer 6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that for $\alpha=2,\beta=-1$ the system '$2x+y+z=1,\ x+2y+z=1,\ x+y+2z=-1$' has 'No solution'. This is wrong: $D=4\neq0$, so it has the unique solution $\left(\frac34,\frac34,-\frac54\right)$. Option (D) is still the false statement, so the key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only computes $D=6-2\alpha$ and the line 'unique solution $\Rightarrow\alpha\neq3$', then stops; no option is decided. Evaluating all four options shows that every one is true as printed (key (D) is true: $\alpha=3,\beta=14$ gives infinitely many solutions). The answer key looks wrong or the question is misprinted; Hindi (A) reads 'no unique solution', which would make (A)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computes $\Delta=(2\lambda-1)^2$ and $\Delta_x=\Delta_z=(\mu-15)(\mu-1)$, then only states the infinite case ($\lambda=\frac12$, $\mu=1$ or $15$); it never decides the four options, and the reason why (B) fails ($\mu=15$) is not given. Added. Key (B)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combination as '$z(\lambda+1-2\lambda^2)=(\mu-13)$' and then factorises it as '$(\lambda+1)(2\lambda+1)z=(13+\mu)$', which is wrong: $\lambda+1-2\lambda^2=-(\lambda-1)(2\lambda+1)$, giving $(\lambda-1)(2\lambda+1)z=13-\mu$. Its closing remark about $\lambda=-\frac12$ is right. Key (B) 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prints $D_3$ with $\begin{vmatrix} 1 &amp; 2 &amp; 3 \\ 2 &amp; 3 &amp; 9 \\ 4 &amp; 3 &amp; \mu \end{vmatrix}$ (a '3' in the first row, third column); the third column should be the constants $5,9,\mu$. Its expansion uses the correct entry $5$, so the value $\mu=15$ and the answer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reads '$=A_{10}=4\alpha+2\alpha$'; it should be $4\alpha+2\beta$ (as in its previous line $A_r=4\alpha+2\beta$). Answer (A)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column operations are mislabelled: it writes '$C_2\to C_2+C_1$' (twice) for the step that produces the matrix $\begin{vmatrix} 0 &amp; 2 &amp; 3 \\ 5 &amp; 4 &amp; 2 \\ 97-\mu &amp; 58 &amp; \mu \end{vmatrix}$; the operations that give it are $C_2\to C_2-C_1$ and $C_1\to C_1-C_3$. The determinant displayed, the value $\mu=47$ and the answer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matrices printed in the PDF contain typos: $D_z$ is shown with third column $(\lambda,4,1)$ instead of the constants $(3,4,-1)$, and $D$ is shown with $4$ in place of $5$ in the second row. The expansions that follow ($-4+9\mu+28-6-8\mu+21$, then $\mu=-39$, $\lambda=-1$) correspond to the correct matrices, so the answer 38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Determinants (Exercise J-M, JEE Main PYQs)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J-M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 and numerical)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8617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8617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$x+2y+3z=3$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$4x+3y-4z=4$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$8x+4y-\lambda z=9+\mu$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$\left(\frac{72}{5},\frac{21}{5}\right)$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$\left(-\frac{72}{5},-\frac{21}{5}\right)$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$\left(\frac{72}{5},-\frac{21}{5}\right)$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$\left(-\frac{72}{5},\frac{21}{5}\right)$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(infinitely many solutions)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turn: infinitely many solutions need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right-hand side both to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turn: infinitely many solutions need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right-hand side both to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 the equations: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(iv).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 the equations: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$4x+3y-4z=4$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$8x+4y-\lambda z=9+\mu$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$\times4-$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$5y+16z=8$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(iv).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(iv)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(v)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this equation must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$\times2-$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$2y+(\lambda-8)z=-1-\mu$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(iv)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$\times2-$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(v)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$\left(32-5(\lambda-8)\right)z=16-5(-1-\mu)$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$(72-5\lambda)z=21+5\mu$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this equation must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$0\cdot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$72-5\lambda=0$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$\lambda=\frac{72}{5}$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$21+5\mu=0$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$\mu=-\frac{21}{5}$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$(\lambda,\mu)=\left(\frac{72}{5},-\frac{21}{5}\right)$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$\left(\frac{72}{5},-\frac{21}{5}\right)$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means the third equation is a combination of the first two, on both sides: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(augmented rows).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means the third equation is a combination of the first two, on both sides: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$R_3=pR_1+qR_2$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(augmented rows).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has infinitely many solutions, the augmented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has infinitely many solutions, the augmented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$(8,4,-\lambda\,|\,9+\mu)$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$p(1,2,3\,|\,3)+q(4,3,-4\,|\,4)$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$p+4q=8$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$2p+3q=4$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$p=-\frac{8}{5}$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$-\lambda=3p-4q=-\frac{24}{5}-\frac{48}{5}=-\frac{72}{5}$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$\lambda=\frac{72}{5}$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$9+\mu=3p+4q=-\frac{24}{5}+\frac{48}{5}=\frac{24}{5}$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$\mu=-\frac{21}{5}$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$(\lambda,\mu)=\left(\frac{72}{5},-\frac{21}{5}\right)$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$\left(\frac{72}{5},-\frac{21}{5}\right)$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has infinitely many solutions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two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this means the third augmented row is a combination of the other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for the combination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two columns, then reading off the unknown parameters from the remaining columns, avoids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infinite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pattern: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of the third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reproduced.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has infinitely many solutions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$\operatorname{rank}A=\operatorname{rank}[A|B]&lt;3$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two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this means the third augmented row is a combination of the other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for the combination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two columns, then reading off the unknown parameters from the remaining columns, avoids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$c\,z=d$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$c=0,d\neq0$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infinite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$c=72-5\lambda$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$d=21+5\mu$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$-\frac{8}{5}(1)+\frac{12}{5}(4)=8$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$-\frac{8}{5}(2)+\frac{12}{5}(3)=4$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of the third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reproduced.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47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sets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unique solution and infinitely many solutions.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set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47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sets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$a\in\mathbb{R}-\{0\}$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$ax+2ay-3az=1$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$(2a+1)x+(2a+3)y+(a+1)z=2$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$(3a+5)x+(a+5)y+(a+2)z=3$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unique solution and infinitely many solutions.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set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$n(S_2)=2$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$S_1=\mathbb{R}-\{0\}$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$S_2=\phi$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$S_2=\mathbb{R}-\{0\}$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Unique solution and infinitely many solutions of a linear system (determinant criterion)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unique solution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quadratic factor with negative discriminant never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unique solution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quadratic factor with negative discriminant never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exists iff the coefficient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exists iff the coefficient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a &amp; 2a &amp; -3a \\ 2a+1 &amp; 2a+3 &amp; a+1 \\ 3a+5 &amp; a+5 &amp; a+2 \end{vmatrix}=a\left(15a^2+31a+37\right)$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leading coefficient, so it is positive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system has a unique solution for every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never has infinitely many solutions,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$15a^2+31a+37$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$31^2-4(15)(37)=961-2220=-1259&lt;0$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leading coefficient, so it is positive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$D=a(15a^2+31a+37)\neq0$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$a\in\mathbb{R}-\{0\}$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system has a unique solution for every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$S_1=\mathbb{R}-\{0\}$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never has infinitely many solutions,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$S_1=\mathbb{R}-\{0\}$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$S_2=\phi$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polynomial determinant, factor out the obvious factor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test the remaining quadratic with its discriminant: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no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Common-factor check: when every entry of one row has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 1 here), pull it out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soon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non-zero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direct expansion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polynomial determinant, factor out the obvious factor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test the remaining quadratic with its discriminant: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$b^2-4ac&lt;0$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no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Common-factor check: when every entry of one row has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 1 here), pull it out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$\Leftrightarrow 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$S_2\subseteq\{D=0\}$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soon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non-zero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$D=1\cdot(15+31+37)=83$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direct expansion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75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It has no solution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It has no solution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It has no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It has no solution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75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x+2y+z=1$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 x+3y+z=1$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$3x+\alpha y+2z=\beta$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It has no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$\beta\in\mathbb{R}$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It has no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It has no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It has no solution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(unique, no and infinitely many solutions)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first two equations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third equation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first two equations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$y=-\alpha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third equation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$(3-\alpha)(1+\alpha)x=\beta-2$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\alpha &amp; 2 &amp; 1 \\ 2\alpha &amp; 3 &amp; 1 \\ 3 &amp; \alpha &amp; 2 \end{vmatrix}=0\Rightarrow\alpha=-1,\,3$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checks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consistent (infinitely many solutions), so 'no solution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false.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solution.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$D_x=\begin{vmatrix} 1 &amp; 2 &amp; 1 \\ 1 &amp; 3 &amp; 1 \\ \beta &amp; \alpha &amp; 2 \end{vmatrix}=2-\beta$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$D_x=0\Rightarrow\beta=2$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$\alpha=-1,\beta=2$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checks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$D_y=D_z=0$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consistent (infinitely many solutions), so 'no solution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false.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$D_x=2-\beta\neq0$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solution.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As printed ('no solution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') is also false,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unique solution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consistent. The Hindi text of (D) reads 'has a solution', which is true; so the intended NOT-correct option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As printed ('no solution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') is also false,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$\alpha\neq-1,3$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unique solution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$\alpha=3,\beta=2$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consistent. The Hindi text of (D) reads 'has a solution', which is true; so the intended NOT-correct option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first two equations;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third equation collapses to a single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first two equations;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$y=-\alpha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third equation collapses to a single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first equation from the 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this in the first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third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first equation from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$y=-\alpha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this in the first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x-2\alpha x+z=1$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$z=1+\alpha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third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$3x-\alpha^2x+2(1+\alpha x)=\beta$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$(3+2\alpha-\alpha^2)x=\beta-2$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$(3-\alpha)(1+\alpha)\,x=\beta-2$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infinitely many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infinitely many solutions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 (A) is the false one.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$\alpha\neq3,-1$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infinitely many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infinitely many solutions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 (A) is the false one.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system is inconsistent iff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has infinitely many solutions iff the rows are dependent and the augmented rows follow the same dependence.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variables one by one reduces the system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makes the three cases visible at once: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'which is NOT correct' options, look for the statement that claims 'no solution for ALL' values of a parameter: one exceptional value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usually rescues consistency.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all three equations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system is inconsistent iff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$D_x,D_y,D_z\neq0$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has infinitely many solutions iff the rows are dependent and the augmented rows follow the same dependence.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variables one by one reduces the system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$c\,x=d$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makes the three cases visible at once: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$c=0,d\neq0$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'which is NOT correct' options, look for the statement that claims 'no solution for ALL' values of a parameter: one exceptional value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usually rescues consistency.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$\alpha=-1,\beta=2$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all three equations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096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the system of linear equations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have infinitely many solutions. Then the system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has 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unique solution satisfying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infinitely many solutions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unique solution satisfying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096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the system of linear equations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$x+y+kz=2$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$2x+3y-z=1$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$3x+4y+2z=k$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have infinitely many solutions. Then the system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$(k+1)x+(2k-1)y=7$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$(2k+1)x+(k+5)y=10$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has 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unique solution satisfying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$x-y=1$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infinitely many solutions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unique solution satisfying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and unique solution of linear systems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second system then has a non-zero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force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second system then has a non-zero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require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require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1 &amp; k \\ 2 &amp; 3 &amp; -1 \\ 3 &amp; 4 &amp; 2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$1(10)-1(7)+k(-1)=0$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system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(Solving fully: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So the second system has a unique solution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system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$7x+8y=10$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$4\cdot8-5\cdot7=-3\neq0$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$3x+3y=3$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(Solving fully: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So the second system has a unique solution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unique solution satisfying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unique solution satisfying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$x+y=1$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Look at the coefficient rows: row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2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consistency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Look at the coefficient rows: row 3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2 in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consistency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first system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-coefficients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for infinitely many solutions the third equation must be the sum of the first two: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right-hand sides must agree too: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conditions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first system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$(3,4)=(1,1)+(2,3)$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for infinitely many solutions the third equation must be the sum of the first two: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$2=k+(-1)$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right-hand sides must agree too: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conditions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system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$7x+8y=10$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$3x+3y=3$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unique solution satisfying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unique solution satisfying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$x+y=1$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coefficient row is the sum (or a combination) of two others, the system is consistent exactly when the right-hand sides obey the same combination.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none or infinitely many according to whether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the same ratio.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two equations whose coefficients differ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- a quick way to test an option like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without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coefficient row is the sum (or a combination) of two others, the system is consistent exactly when the right-hand sides obey the same combination.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$cx+dy=q$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none or infinitely many according to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the same ratio.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two equations whose coefficients differ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- a quick way to test an option like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without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$4(-2)+5(3)=7$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$7(-2)+8(3)=10$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30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suppose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30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suppose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$x-y+z=5$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$2x+2y+\alpha z=8$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$3x-y+4z=\beta$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$x^2-10x+16=0$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$x^2+18x+56=0$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$x^2+14x+24=0$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$x^2-18x+56=0$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system, Quadratic equation from sum and product of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third equation must be the combination of the first two that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third equation must be the combination of the first two that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1 &amp; -1 &amp; 1 \\ 2 &amp; 2 &amp; \alpha \\ 3 &amp; -1 &amp; 4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$(8+\alpha)-2(-4+1)+3(-\alpha-2)=0$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third equation must be a combination of the first two: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Matching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$8+\alpha+6-3\alpha-6=0$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$8-2\alpha=0$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third equation must be a combination of the first two: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$3x-y+4z=p(x-y+z)+q(2x+2y+4z)$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$p+2q=3$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$-p+2q=-1$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$p+4q=4$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$\beta=5p+8q=10+4=14$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$x^2-18x+56=0$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$x^2-18x+56=0$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use determinants: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𝑐𝑜𝑛𝑠𝑡𝑎𝑛𝑡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force both sides to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use determinants: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$(\alpha-4)z=\text{constant}$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force both sides to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first two 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Compare with the third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in the 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first two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$3x+y+(\alpha+1)z=13$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Compare with the third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$3x-y+4z=\beta$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$2y+(\alpha-3)z=13-\beta$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$x=5+y-z$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in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$2(5+y-z)+2y+\alpha 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$4y+(\alpha-2)z=-2$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$4y+(\alpha-2)z-4y-2(\alpha-3)z=-2-2(13-\beta)$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$(4-\alpha)z=2\beta-28$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$2\beta-28=0$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$x^2-18x+56=0$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$x^2-18x+56=0$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if the coefficient matrix has rank 2, the system is consistent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one linear condition on the right-hand sides then determines the free constant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Two-parameter question: first the determinant fixes the coefficient parameter, then consistency fixes the constant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quadratic: use sum and product,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$a_1x+b_1y+c_1z=d_1$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if the coefficient matrix has rank 2, the system is consistent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$\operatorname{rank}[A|B]=2$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one linear condition on the right-hand sides then determines the free constant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Two-parameter question: first the determinant fixes the coefficient parameter, then consistency fixes the constant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quadratic: use sum and product,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$x^2-(\alpha+\beta)x+\alpha\beta=0$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$4+14=18$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$4\cdot14=56$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$x^2-18x+56=(x-4)(x-14)$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191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is a unique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has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every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191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y+7z=3$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$x+2y+3z=14$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system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is a unique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has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every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$(\alpha,\beta)\neq(7,7)$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(unique, no and infinitely many solutions)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infinitely many solutions need both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single point, not a whole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$(\alpha-2\beta+7)z=2\alpha-8\beta+3$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infinitely many solutions need both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single point, not a whole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equations 1 and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equation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equations 1 and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$y=8-2z$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$x=6-y-z=-2+z$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$x=z-2$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$y=8-2z$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equation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$\alpha(z-2)+\beta(8-2z)+7z=3$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Infinitely many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solution.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unique solution.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two conditions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point,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$(\alpha-2\beta+7)z=2\alpha-8\beta+3$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$2\alpha-8\beta+3\neq0$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Infinitely many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$2\alpha-8\beta+3=0$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$7-14+7=0$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$14-56+3=-39\neq0$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solution.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$\alpha=\beta\neq7$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$\alpha-2\beta+7=7-\alpha\neq0$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unique solution.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two conditions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$2\alpha-8\beta+3=0$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$\beta=-\frac{11}{4}$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point,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$\alpha+2\beta+18=-\frac{25}{2}-\frac{11}{2}+18=0$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Infinitely many solutions occur only at the single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at every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that line but gives no solution. So (D) is NOT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Infinitely many solutions occur only at 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$\left(-\frac{25}{2},-\frac{11}{4}\right)$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at every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that line but gives no solution. So (D) is NOT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mean row 2 lies in the span of rows 1 and 3 (augmented);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constant columns fix the multipliers uniquely, so only 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mean row 2 lies in the span of rows 1 and 3 (augmented);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constant columns fix the multipliers uniquely, so only one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1 and 3,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independent. Infinitely many solutions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 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These two equations determine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point gives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1 and 3,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$(1,1,1\,|\,6)$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$(1,2,3\,|\,14)$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independent. Infinitely many solutions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$(\alpha,\beta,7\,|\,3)=p(1,1,1\,|\,6)+q(1,2,3\,|\,14)$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$p+3q=7$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$6p+14q=3$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These two equations determine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$p=-\frac{89}{4}$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$q=\frac{39}{4}$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$\alpha=p+q=-\frac{25}{2}$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$\beta=p+2q=-\frac{11}{4}$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point gives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point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(statement C) and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a line has infinitely many points: (D) claims too much, since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that line gives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(D) is NOT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point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(statement C) and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a line has infinitely many points: (D) claims too much, since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that line gives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answer: (D) is NOT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whose coefficient rows other than one are fixed, the set of parameter values giving infinitely many solutions is usually a single point, not a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until you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in the parameters: unique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infinitely many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linear conditions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for 'no solution' options: set the common value and test the two conditions, as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third row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whose coefficient rows other than one are fixed, the set of parameter values giving infinitely many solutions is usually a single point, not a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until you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$c\,z=d$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in the parameters: unique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$c=0\neq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infinitely many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linear conditions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for 'no solution' options: set the common value and test the two conditions, as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$(\alpha,\beta)=(-\frac{25}{2},-\frac{11}{4})$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third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$-\frac{89}{4}(1,1,1)+\frac{39}{4}(1,2,3)$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$-\frac{89}{4}\cdot6+\frac{39}{4}\cdot14=\frac{-534+546}{4}=3$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is inconsistent,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x+y+z=1$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$x+\lambda y+z=1$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$x+y+\lambda z=1$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is inconsistent,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$\sum_{\lambda\in S}\left(|\lambda|^2+|\lambda|\right)$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Inconsistent system of linear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system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inconsistent only if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check each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system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inconsistent only if some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$D_i\neq0$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check each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\lambda &amp; 1 &amp; 1 \\ 1 &amp; \lambda &amp; 1 \\ 1 &amp; 1 &amp; \lambda \end{vmatrix}=(\lambda-1)^2(\lambda+2)$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$D=0\Rightarrow\lambda=1,\,-2$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three equations are identical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are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for an inconsistent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$D_1=\begin{vmatrix} 1 &amp; 1 &amp; 1 \\ 1 &amp; \lambda &amp; 1 \\ 1 &amp; 1 &amp; \lambda \end{vmatrix}=(\lambda-1)^2$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$D_1=9\neq0$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three equations are identical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are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for an inconsistent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$S=\{-2\}$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$\sum_{\lambda\in S}\left(|\lambda|^2+|\lambda|\right)=|-2|^2+|-2|=4+2=6$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three equations: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pairs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Both are read off without determinants.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three equations: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$(\lambda+2)(x+y+z)=3$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pairs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$(\lambda-1)(x-y)=0$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Both are read off without determinants.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equations: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impossible: the system is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subtracting equations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$(\lambda+2)(x+y+z)=3$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impossible: the system is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$x+y+z=\frac{3}{\lambda+2}$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subtracting equations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$(\lambda-1)(x-y)=0$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$(\lambda-1)(y-z)=0$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$x=y=z=\frac{1}{\lambda+2}$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three equations coincide: consistent.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three equations coincide: consistent.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$S=\{-2\}$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$|-2|^2+|-2|=6$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symmetric systems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add all equations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𝑜𝑓 𝑅𝐻𝑆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exposes the inconsistent value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 all columns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subtract).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mean inconsistent: test each root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infinitely many solutions).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symmetric systems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add all equations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$(\lambda+2)(x+y+z)=\text{sum of RHS}$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exposes the inconsistent value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\lambda &amp; 1 &amp; 1 \\ 1 &amp; \lambda &amp; 1 \\ 1 &amp; 1 &amp; \lambda \end{vmatrix}=(\lambda+2)(\lambda-1)^2$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 all columns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subtract).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mean inconsistent: test each root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infinitely many solutions).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$3\cdot\frac15+\frac15+\frac15=1$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81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are the maximum and the minimum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81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$f(x)=\begin{vmatrix} 1+\sin^2x &amp; \cos^2x &amp; \sin2x \\ \sin^2x &amp; 1+\cos^2x &amp; \sin2x \\ \sin^2x &amp; \cos^2x &amp; 1+\sin2x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$x\in\left[\frac{\pi}{6},\frac{\pi}{3}\right]$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are the maximum and the minimum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$\beta^2+2\sqrt{\alpha}=\frac{19}{4}$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$\alpha^2-\beta^2=4\sqrt3$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$\beta^2-2\sqrt{\alpha}=\frac{19}{4}$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$\alpha^2+\beta^2=\frac92$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determinants, Maximum and minimum values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create zeros and collapse the determinant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$R_2-R_3$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create zeros and collapse the determinant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$2+\sin2x$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$f(x)=\begin{vmatrix} 1 &amp; -1 &amp; 0 \\ 0 &amp; 1 &amp; -1 \\ \sin^2x &amp; \cos^2x &amp; 1+\sin2x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back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Minimum: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$f(x)=1\cdot\left(1+\sin2x+\cos^2x\right)+1\cdot\left(0+\sin^2x\right)$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$f(x)=2+\sin2x$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$\sin^2x+\cos^2x=1$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$x\in\left[\frac{\pi}{6},\frac{\pi}{3}\right]$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$2x\in\left[\frac{\pi}{3},\frac{2\pi}{3}\right]$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back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Minimum: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$\beta=2+\frac{\sqrt3}{2}$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$\beta^2=\left(2+\frac{\sqrt3}{2}\right)^2=4+\frac34+2\sqrt3=\frac{19}{4}+2\sqrt3$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$\beta^2-2\sqrt{\alpha}=\frac{19}{4}+2\sqrt3-2\sqrt3=\frac{19}{4}$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$\beta^2-2\sqrt{\alpha}=\frac{19}{4}$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(identity plus a rank-one matrix), so the matrix determinant lemma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$I+\mathbf{1}w^{T}$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(identity plus a rank-one matrix), so the matrix determinant lemma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$f=1+w^{T}\mathbf{1}$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of the matrix equals the corresponding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same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rank-one update,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of the matrix equals the corresponding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same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$w=(\sin^2x,\ \cos^2x,\ \sin2x)$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$I+\mathbf{1}\,w^{T}$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$\mathbf{1}=(1,1,1)^{T}$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rank-one update,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$\det(I+\mathbf{1}w^{T})=1+w^{T}\mathbf{1}$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$f(x)=1+\sin^2x+\cos^2x+\sin2x=2+\sin2x$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$\left[\frac{\pi}{6},\frac{\pi}{3}\right]$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$\sin2x\in\left[\frac{\sqrt3}{2},1\right]$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$\beta=2+\frac{\sqrt3}{2}$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$\beta^2-2\sqrt\alpha=\frac{19}{4}$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$\beta^2-2\sqrt{\alpha}=\frac{19}{4}$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Whenever every row equals a fixed row plus a standard basis row, use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operations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create two zeros in each row when neighbouring rows differ in few entries.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at the interior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is at an endpoint (both ends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matrix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$\det(A+uv^{T})=\det A\,(1+v^{T}A^{-1}u)$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$\det(I+uv^{T})=1+v^{T}u$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Whenever every row equals a fixed row plus a standard basis row, use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operations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$R_i\to R_i-R_{i+1}$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create two zeros in each row when neighbouring rows differ in few entries.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$x\in\left[\frac{\pi}{6},\frac{\pi}{3}\right]$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at the interior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is at an endpoint (both ends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matrix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$(1.5,0.5,1),(0.5,1.5,1),(0.5,0.5,2)$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$=2+\sin\frac{\pi}{2}$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one of the following statements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It has infinitely many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It has no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It has infinitely many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$x+\alpha 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$x+y+\alpha z=\beta$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one of the following statements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It has infinitely many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It has no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It has infinitely many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(unique, no and infinitely many solutions)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non-zero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system is uniquely solvable whatever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$D=(\alpha-1)^2(\alpha+2)$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non-zero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system is uniquely solvable whatever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\alpha &amp; 1 &amp; 1 \\ 1 &amp; \alpha &amp; 1 \\ 1 &amp; 1 &amp; \alpha \end{vmatrix}=\alpha(\alpha^2-1)-(\alpha-1)+(1-\alpha)=\alpha^3-3\alpha+2=(\alpha-1)^2(\alpha+2)$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three equations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are infinitely many solutions.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unique solution; adding the three equations,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three equations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are infinitely many solutions.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$D=4\neq0$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unique solution; adding the three equations,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$(\alpha+2)(x+y+z)=2+\beta$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$4(x+y+z)=3$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 the three equations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has a unique solution (namely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not infinitely many. So (D) is NOT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 the three equations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solution.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$D=4\neq0$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has a unique solution (namely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not infinitely many. So (D) is NOT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equations and subtract them in pairs: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equations and subtract them in pairs: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$(\alpha+2)(x+y+z)=2+\beta$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$(\alpha-1)(x-y)=0$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$(\alpha-1)(y-z)=1-\beta$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all three equations: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the first two: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 the last two: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(statement B),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unique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all three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$(\alpha+2)(x+y+z)=2+\beta$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the first two: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$(\alpha-1)(x-y)=0$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 the last two: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$(\alpha-1)(y-z)=1-\beta$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$\alpha=2,\beta=1$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(statement B),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equation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 (C).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difference equations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one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unique, so (D) is false.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$\alpha=-2,\beta=1$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equation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 (C).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difference equations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$3(x+y+z)=3$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$\alpha=2,\beta=-1$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$4(x+y+z)=1$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one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unique, so (D) is false.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system with the cyclic pattern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exceptional 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consistent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infinitely many solutions);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say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consistent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means a unique solution, no matter what the right-hand side is - this rules out 'no solution' / 'infinitely many' options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system with the cyclic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$x+\alpha 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$x+y+\alpha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$D=(\alpha-1)^2(\alpha+2)$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exceptional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$0=2+\beta$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consistent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infinitely many solutions);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say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$x+y+z=1,1,\beta$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consistent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means a unique solution, no matter what the right-hand side is - this rules out 'no solution' / 'infinitely many' options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$(\alpha,\beta)=(2,-1)$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$(x,y,z)=(\frac34,\frac34,-\frac54)$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$\frac32+\frac34-\frac54=1$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$\frac34+\frac32-\frac54=1$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$\frac34+\frac34-\frac52=-1$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$x+y+az=b$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$2x+5y+2z=6$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$x+2y+3z=3$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78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$\Delta=\Delta_x=\Delta_y=\Delta_z=0$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$\Delta_x=\Delta_y=\Delta_z=0$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 1 &amp; 1 &amp; a \\ 2 &amp; 5 &amp; 2 \\ 1 &amp; 2 &amp; 3 \end{vmatrix}=0\Rightarrow11-4-a=0\Rightarrow 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$\Delta_z=\begin{vmatrix} 1 &amp; 1 &amp; b \\ 2 &amp; 5 &amp; 6 \\ 1 &amp; 2 &amp; 3 \end{vmatrix}=0\Rightarrow3-0-b=0\Rightarrow 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$2a+3b=2(7)+3(3)=23$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by row operations: the first row must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removing the other two rows' multiples.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by row operations: the first row must reduce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removing the other two rows' multiples.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3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does not involve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3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3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$y-4z=0$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does not involve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3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$-y+(a-3)z=b-3$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$(a-7)z=b-3$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$2a+3b=23$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variables in the two 'known' equations first and then substituting into the 'unknown' equation reduces the question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𝑐𝑜𝑒𝑓𝑓𝑖𝑐𝑖𝑒𝑛𝑡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𝑐𝑜𝑛𝑠𝑡𝑎𝑛𝑡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requiring both to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multiples of one quantity, so it is enough to test one whose multiplier is non-zero (here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minor, here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'infinitely many solutions' means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one-parameter family.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variables in the two 'known' equations first and then substituting into the 'unknown' equation reduces the question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$(\text{coefficient})\,z=(\text{constant})$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requiring both to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$\Delta_x,\Delta_y,\Delta_z$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multiples of one quantity, so it is enough to test one whose multiplier is non-zero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$-b+3$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2 &amp; 5 \\ 1 &amp; 2 \end{vmatrix}=-1$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$\operatorname{rank}A\ge2$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'infinitely many solutions' means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one-parameter family.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$a=7,b=3$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$3+0+0=3$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75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one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System has a unique solution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System has a unique solution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System has no solution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System has infinitely many solutions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75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$x+2y+\alpha z=10$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$x+3y+5z=\beta$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one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System has a unique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System has a unique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$\beta\neq14$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System has no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System has infinitely many solutions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(unique, no and infinitely many solutions)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equations pairwise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settles every statement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equations pairwise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$(6-2\alpha)z=\beta-14$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settles every statement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the solution is unique, whatever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1 &amp; 1 &amp; 1 \\ 1 &amp; 2 &amp; \alpha \\ 1 &amp; 3 &amp; 5 \end{vmatrix}=1(10-3\alpha)-(5-\alpha)+(3-2)=6-2\alpha$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$D\neq0\Leftrightarrow\alpha\neq3$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the solution is unique, whatever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unique solution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including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again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unique solution.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equation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1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equation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2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results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contradict; no solution.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free: infinitely many solutions.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unique solution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unique solution.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equation 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1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equation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2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$y+2z=\beta-10$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results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$y+2z=14$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contradict; no solution.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$y=4-2z$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$x=6-y-z=2+z$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free: infinitely many solutions.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So as printed every statement is true; the PDF's key (D) is not supported. (The Hindi wording of (A) appears to say 'does not have a unique solution', which would make (A) the NOT-true statement.)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Key: (D) - but all four statements are true as printed (see solution)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3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-column and the constants then give the critical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3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2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in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-column and the constants then give the critical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third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𝑒𝑞.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𝑒𝑞.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those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𝑒𝑞.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𝑒𝑞.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constant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eq. 3 coincides with that combination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$(1,3)=2(1,2)-(1,1)$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third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$2\,(\text{eq.}2)-(\text{eq.}1)$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those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$2\,(\text{eq.}2)-(\text{eq.}1)$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constant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$2(10)-6=14$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eq. 3 coincides with that combination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sides agree but the right sides differ: no solution.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rows are independent: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confirms all four statements are true as printed.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sides agree but the right sides differ: no solution.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rows are independent: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confirms all four statements are true as printed.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Key: (D) - but all four statements are true as printed (see solution)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first columns of the rows follow a pattern (here row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parameter values for the 'critical' case can be read off the remaining column and the constants.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critical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'NOT true' question may have no false option if the key is misprinted - evaluate every option before trusting the key.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first columns of the rows follow a pattern (here row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parameter values for the 'critical' case can be read off the remaining column and the constants.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$x+2y+\alpha z=q$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$x+3y+5z=\beta$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critical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$\beta=2q-p$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$20-6=14$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'NOT true' question may have no false option if the key is misprinted - evaluate every option before trusting the key.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$2+4+0=6$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$2+8=10$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$2+12=14$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0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non-trivial solution.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0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$x+y+\sqrt3z=0$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$-x+(\tan\theta)y+\sqrt7z=0$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$x+y+(\tan\theta)z=0$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non-trivial solution.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$\frac{120}{\pi}\sum_{\theta\in S}\theta$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Non-trivial solution of a homogeneous linear system, General solution of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system has a non-trivial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here it factorises as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system has a non-trivial solution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here it factorises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exists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1 &amp; 1 &amp; \sqrt3 \\ -1 &amp; \tan\theta &amp; \sqrt7 \\ 1 &amp; 1 &amp; \tan\theta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$\left(\tan^2\theta-\sqrt7\right)+\left(\tan\theta+\sqrt7\right)+\sqrt3\left(-1-\tan\theta\right)=0$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Factorising,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$\tan^2\theta-\left(\sqrt3-1\right)\tan\theta-\sqrt3=0$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$\left(\tan\theta-\sqrt3\right)\left(\tan\theta+1\right)=0$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$\theta=\frac{\pi}{3},-\frac{2\pi}{3}$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$\theta=-\frac{\pi}{4},\frac{3\pi}{4}$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$\sum\theta=\frac{\pi}{3}-\frac{2\pi}{3}-\frac{\pi}{4}+\frac{3\pi}{4}=-\frac{\pi}{3}+\frac{\pi}{2}=\frac{\pi}{6}$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$\frac{120}{\pi}\sum\theta=\frac{120}{\pi}\cdot\frac{\pi}{6}=20$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third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factorises immediately without a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third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$(0,0,\tan\theta-\sqrt3)$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factorises immediately without a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third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1 &amp; 1 &amp; \sqrt3 \\ -1 &amp; \tan\theta &amp; \sqrt7 \\ 0 &amp; 0 &amp; \tan\theta-\sqrt3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third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$D=(\tan\theta-\sqrt3)\begin{vmatrix} 1 &amp; 1 \\ -1 &amp; \tan\theta \end{vmatrix}=(\tan\theta-\sqrt3)(\tan\theta+1)$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(as before) the four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(as before) the four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$\frac{\pi}{3},-\frac{2\pi}{3},-\frac{\pi}{4},\frac{3\pi}{4}$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$\frac{120}{\pi}\cdot\frac{\pi}{6}=20$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two rows that differ in few entries: subtracting them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often leaves a row with a single non-zero entry, so the determinant factorises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an interval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solutions,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one lying in the interval);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two rows that differ in few entries: subtracting them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often leaves a row with a single non-zero entry, so the determinant factorises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an interval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$\theta_0\pm\pi$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one lying in the interval);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$2\theta_0\pm\pi$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$D=(\sqrt3-\sqrt3)(\ldots)=0$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75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is NOT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system has infinitely many solutions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system has infinitely many solutions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system has a unique solution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system is inconsistent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75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$2x-y+3z=5$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$3x+2y-z=7$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$4x+5y+\alpha z=\beta$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is NOT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system has infinitely many solutions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system has infinitely many solutions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system has a unique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system is inconsistent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(unique, no and infinitely many solutions)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means the third equation is a combination of the first two: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means the third equation is a combination of the first two: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$\lambda_1P_1+\lambda_2P_2=P_3$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the third equation must be a combination of the first two: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the third equation must be a combination of the first two: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$\lambda_1(2x-y+3z-5)+\lambda_2(3x+2y-z-7)=4x+5y+\alpha z-\beta$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infinitely many solutions occur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correct and (B)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unique solution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correct.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inconsistent: (D)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$2\lambda_1+3\lambda_2=4$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$-\lambda_1+2\lambda_2=5$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$3\lambda_1-\lambda_2=\alpha$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$\alpha=-3-2=-5$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$-5\lambda_1-7\lambda_2=-\beta$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$5-14=-\beta$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infinitely many solutions occur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correct and (B)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$D=7(\alpha+5)\neq0$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unique solution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correct.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$\beta=8\neq9$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inconsistent: (D)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usual way: the third equation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reads off every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usual way: the third equation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$(\alpha+5)z=\beta-9$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reads off every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2)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3)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2)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$7y-11z=-1$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3)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$7y+(\alpha-6)z=\beta-10$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$(\alpha+5)z=\beta-9$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(B), which claims infinitely many solutions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false (it has a unique solution).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(B), which claims infinitely many solutions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false (it has a unique solution).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uniquely solvable for every right-hand side; the parameter in the constant term matters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third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𝑒𝑞.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𝑒𝑞.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consistent iff the constant also follows the combination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first two equations).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uniquely solvable for every right-hand side; the parameter in the constant term matters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$a_1x+b_1y+c_1z=d_1$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$a_2x+b_2y+c_2z=d_2$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third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$=p\,(\text{eq.}1)+q\,(\text{eq.}2)$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consistent iff the constant also follows the combination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$d_3=pd_1+qd_2$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$\alpha=3p-q=-5$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$\beta=5p+7q=-5+14=9$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first two equations).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$-1\cdot5+2\cdot7=9$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$-1\cdot3+2\cdot(-1)=-5$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x+1 &amp; x &amp; x \\ x &amp; x+\lambda &amp; x \\ x &amp; x &amp; x+\lambda^2 \end{vmatrix}=\frac98(103x+81)$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$\lambda,\frac{\lambda}{3}$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$4x^2-24x+27=0$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$4x^2-24x-27=0$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$4x^2+24x+27=0$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$4x^2+24x-27=0$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determinants, Relation between roots and coefficients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determinant becomes diagonal and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holds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determinant becomes diagonal and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equality is an identity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equality is an identity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0 &amp; 0 \\ 0 &amp; \lambda &amp; 0 \\ 0 &amp; 0 &amp; \lambda^2 \end{vmatrix}=\frac98\times81$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$\lambda^3=\frac{3^6}{2^3}$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$\frac{\lambda}{3}=\frac32$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$=\frac92+\frac32=6$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$=\frac92\times\frac32=\frac{27}{4}$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$x^2-6x+\frac{27}{4}=0$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$4x^2-24x+27=0$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$\lambda^3+\lambda^2+\lambda=\frac{729}{8}+\frac{162}{8}+\frac{36}{8}=\frac{927}{8}=\frac98\cdot103$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$4x^2-24x+27=0$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(rank-one update), so the whole determinant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substitution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$\operatorname{diag}(1,\lambda,\lambda^2)+x\mathbf{1}\mathbf{1}^{T}$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(rank-one update), so the whole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$\lambda^3+x(\lambda^3+\lambda^2+\lambda)$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substitution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entry has the form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matrix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such a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determinant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constant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entry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$d_i\delta_{ij}+x$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$d=(1,\lambda,\lambda^2)$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$\operatorname{diag}(d)+x\mathbf{1}\mathbf{1}^{T}$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such a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$\det=d_1d_2d_3+x(d_2d_3+d_1d_3+d_1d_2)$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determinant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$\lambda^3+x\left(\lambda^3+\lambda^2+\lambda\right)$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$\frac98(103x+81)$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constant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$\lambda^3=\frac{729}{8}$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automatically satisfied (as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$\lambda^3+\lambda^2+\lambda=\frac{927}{8}$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automatically satisfied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$\frac{729+162+36}{8}$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$4x^2-24x+27=0$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$4x^2-24x+27=0$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diag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b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linear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determinant identity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a convenient value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compare coefficients to double-check consistency.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quadratic: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clear fractions.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determinant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$\det\left(\operatorname{diag}(d_1,d_2,d_3)+x\mathbf{1}\mathbf{1}^{T}\right)=d_1d_2d_3\left(1+x\sum\frac{1}{d_i}\right)$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linear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determinant identity holds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a convenient value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compare coefficients to double-check consistency.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quadratic: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$a\left(x^2-(p+q)x+pq\right)=0$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clear fractions.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determinant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$\frac{729}{8}+\frac{927}{8}=207$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$\frac98(103+81)=207$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$7x+11y+\alpha z=13$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$5x+4y+7z=\beta$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$175x+194y+57z=361$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78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𝑖𝑖𝑖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one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$10(\text{i})+21(\text{ii})-(\text{iii})$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removes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one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Label: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$7x+11y+\alpha z=13$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$5x+4y+7z=\beta$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$175x+194y+57z=361$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$+21\times$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$70+105-175=0$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$110+84-194=0$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$z(10\alpha+147-57)=130+21\beta-361$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$(10\alpha+90)z=21\beta-231$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both sides must vanish: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both sides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$10\alpha+90=0$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$21\beta-231=0$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$\alpha+\beta+2=-9+11+2=4$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Cramer's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each a single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determinant, linear in the unknown.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Cramer's rule: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each a single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determinant, linear in the unknown.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175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194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57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175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194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361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7 &amp; 11 &amp; \alpha \\ 5 &amp; 4 &amp; 7 \\ 175 &amp; 194 &amp; 57 \end{vmatrix}=7(228-1358)-11(285-1225)+\alpha(970-700)=2430+270\alpha$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$D=0\Rightarrow\alpha=-9$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$D_z=\begin{vmatrix} 7 &amp; 11 &amp; 13 \\ 5 &amp; 4 &amp; \beta \\ 175 &amp; 194 &amp; 361 \end{vmatrix}=7(1444-194\beta)-11(1805-175\beta)+13(970-700)=567\beta-6237$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$D_z=0\Rightarrow\beta=11$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$6237=567\times11$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multipliers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left-hand sides of the first two rows combine to the third except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Once such multipliers are known, the critical constants follow: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with ugly numbers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nearly always built from a hidden row combination; find it by solving two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$(10,21,-1)$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$7p+5q=175$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$11p+4q=194$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multipliers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left-hand sides of the first two rows combine to the third except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Once such multipliers are known, the critical constants follow: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p+7q=57$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$13p+\beta q=361$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with ugly numbers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$175,194,57$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nearly always built from a hidden row combination; find it by solving two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$10(13)+21(11)=130+231=361$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$10(-9)+21(7)=57$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75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is NOT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It has infinitely many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It has infinitely many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It has 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75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$2x+4y+2az=b$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$x+2y+3z=4$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$2x-5y+2z=8$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is NOT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It has infinitely many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It has infinitely many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It has 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(unique, no and infinitely many solutions)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uniqueness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consistency.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$D=18(3-a)$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uniqueness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$a\neq3$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consistency.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2 &amp; 4 &amp; 2a \\ 1 &amp; 2 &amp; 3 \\ 2 &amp; -5 &amp; 2 \end{vmatrix}=2(4+15)-4(2-6)+2a(-5-4)=54-18a=18(3-a)$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$D_1=\begin{vmatrix} b &amp; 4 &amp; 2a \\ 4 &amp; 2 &amp; 3 \\ 8 &amp; -5 &amp; 2 \end{vmatrix}=19b+64-72a$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$D_2=\begin{vmatrix} 2 &amp; b &amp; 2a \\ 1 &amp; 4 &amp; 3 \\ 2 &amp; 8 &amp; 2 \end{vmatrix}=-32+4b=4(b-8)$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$D_3=\begin{vmatrix} 2 &amp; 4 &amp; b \\ 1 &amp; 2 &amp; 4 \\ 2 &amp; -5 &amp; 8 \end{vmatrix}=72-9b=9(8-b)$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$D_2,D_3\neq0$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$D=D_1=D_2=D_3=0$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(true).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 (true).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solution, so 'infinitely many' is NOT correct.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(true).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(true).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 (true).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solution, so 'infinitely many' is NOT correct.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(true).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twice the second equation from the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all three cases without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twice the second equation from the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$(2a-6)z=b-8$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all three cases without any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1)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2 and 3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2)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3)],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determine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unique, hence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1)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$(2a-6)z=b-8$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2 and 3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$9y+4z=0$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2)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(eq. 3)],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$y=-\frac{4z}{9}$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$x=4-\frac{19z}{9}$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determine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$z=\frac{b-8}{2a-6}$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unique, hence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 (infinitely many solutions)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solution: statement (C) is the false one.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$0\cdot z=b-8$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 (infinitely many solutions)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solution: statement (C) is the false one.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equations alone determine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equations 2 and 3), substitute into the third (or subtract a multiple of another) to get one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- this three-case picture replaces all four Cramer determinants.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parameter in the left side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decides uniqueness; a parameter in the constants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decides consistency.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equations alone determine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equations 2 and 3), substitute into the third (or subtract a multiple of another) to get one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$c\,z=d$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$c=0,d\neq0$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- this three-case picture replaces all four Cramer determinants.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parameter in the left side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decides uniqueness; a parameter in the constants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decides consistency.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$2(4)+0+0=8$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$2x+y-z=5$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$2x-5y+\lambda z=\mu$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$x+2y-5z=7$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$(\lambda+\mu)^2+(\lambda-\mu)^2$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$920$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$(\lambda+\mu)^2+(\lambda-\mu)^2=2(\lambda^2+\mu^2)$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$D=D_1=D_2=D_3=0$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2 &amp; 1 &amp; -1 \\ 2 &amp; -5 &amp; \lambda \\ 1 &amp; 2 &amp; -5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$2(25-2\lambda)-(-10-\lambda)-1(4+5)=0$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$50-4\lambda+10+\lambda-9=0$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$D_1=\begin{vmatrix} 5 &amp; 1 &amp; -1 \\ \mu &amp; -5 &amp; 17 \\ 7 &amp; 2 &amp; -5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$5(25-34)-\mu(-5+2)+7(17-5)=0$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$-45+3\mu+84=0$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$(\lambda+\mu)^2+(\lambda-\mu)^2=(17-13)^2+(17+13)^2=16+900=916$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Third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columns: matching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Third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$=\tfrac34R_1-\tfrac14R_2$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columns: matching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$(1,2,-5\,|\,7)=p(2,1,-1\,|\,5)+q(2,-5,\lambda\,|\,\mu)$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$2p+2q=1$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$p-5q=2$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$-p+q\lambda=-5$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$-\frac34-\frac{\lambda}{4}=-5$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$5p+q\mu=7$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$\frac{15}{4}-\frac{\mu}{4}=7$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$(\lambda+\mu)^2+(\lambda-\mu)^2=2(\lambda^2+\mu^2)=2(289+169)=916$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saves squaring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third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two columns without parameters, then read the parameters off the others.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the unknown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so each condition is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$(a+b)^2+(a-b)^2=2(a^2+b^2)$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saves squaring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third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$p\,E_1+q\,E_2$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two columns without parameters, then read the parameters off the others.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$D_1,D_2,D_3$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the unknown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so each condition is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$\frac34(2,1,-1,5)-\frac14(2,-5,17,-13)=(1,2,-5,7)$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76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a unique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76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$-x+2y-9z=7$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$-x+3y+7z=9$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$-2x+y+5z=8$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$-3x+y+13z=\lambda$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a 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$2x-2y+z=\lambda$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Unique solution of a system of linear equations, Distance of a point from a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first three equations; the unique solution must also satisfy the fourth,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first three equations; the unique solution must also satisfy the fourth,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Equations: (1)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(3)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(5).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Equations: 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$-x+2y-9z=7$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$-x+3y+7z=9$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$-2x+y+5z=8$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$y+16z=2$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$-3y+23z=-6$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(5).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(5):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(4)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(1):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the fourth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(5):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$71z=0$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(4)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$(\alpha,\beta,\gamma)=(-3,2,0)$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the fourth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$\lambda=-3(-3)+2+13(0)=11$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$2x-2y+z-11=0$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$d=\frac{|-6-4-11|}{\sqrt{4+4+1}}=\frac{21}{3}=7$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Cramer's rule on the first three equations,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augmented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consistency: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out without solving.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Cramer's rule on the first three equations,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$4\times4$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augmented determinant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consistency: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out without solving.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equations in three unknowns have a (unique) solution iff the first three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augmented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equations in three unknowns have a (unique) solution iff the first three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augmented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-1 &amp; 2 &amp; -9 &amp; 7 \\ -1 &amp; 3 &amp; 7 &amp; 9 \\ -2 &amp; 1 &amp; 5 &amp; 8 \\ -3 &amp; 1 &amp; 13 &amp; \lambda \end{vmatrix}=781-71\lambda$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first three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213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first three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$D_x=213$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$D_y=-142$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$(x,y,z)=\left(\frac{213}{-71},\frac{-142}{-71},0\right)=(-3,2,0)$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$2x-2y+z=11$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$\frac{|-6-4+0-11|}{3}=7$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over-determined consistent system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equations) has a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this means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augmented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Notice the 'plane'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determine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system, then use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in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in (4):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over-determined consistent system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equations) has a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$\operatorname{rank}A=\operatorname{rank}[A|B]=n$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this means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augmented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$(x_1,y_1,z_1)$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$ax+by+cz+d=0$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$\frac{|ax_1+by_1+cz_1+d|}{\sqrt{a^2+b^2+c^2}}$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Notice the 'plane'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$2x-2y+z=\lambda$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determine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system, then use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$3+6+0=9$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in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$6+2+0=8$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in 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$9+2=11=\lambda$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Q19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 and numerical)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no solution.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$6\lambda x-3y+3z=4\lambda^2$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$2x+6\lambda y+4z=1$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$3x+2y+3\lambda z=\lambda$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no solution.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$12\sum_{\lambda\in S}|\lambda|$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864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Inconsistent system of linear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solution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then check that each root really makes the system inconsistent (augmented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solution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then check that each root really makes the system inconsistent (augmented rank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a unique solution, so no solution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a unique solution, so no solution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6\lambda &amp; -3 &amp; 3 \\ 2 &amp; 6\lambda &amp; 4 \\ 3 &amp; 2 &amp; 3\lambda \end{vmatrix}=6\lambda(18\lambda^2-8)+3(6\lambda-12)+3(4-18\lambda)=108\lambda^3-84\lambda-24$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$D=12\left(9\lambda^3-7\lambda-2\right)=12(\lambda-1)(3\lambda+1)(3\lambda+2)$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$D=0\Rightarrow\lambda=1,\,-\frac13,\,-\frac23$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each of these values the coefficient matrix has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augmented matrix has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by a rank computation), so the system has no solution for all three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each of these values the coefficient matrix has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augmented matrix has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by a rank computation), so the system has no solution for all three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$S=\left\{1,-\frac13,-\frac23\right\}$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$\sum_{\lambda\in S}|\lambda|=1+\frac13+\frac23=2$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$12\sum|\lambda|=12\times2=24$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cubic has 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term, so its roots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exactly one positive root,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(positive root).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finding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$D\propto9\lambda^3-7\lambda-2$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cubic has no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term, so its roots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exactly one positive root,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$\sum|\lambda|=2\times$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(positive root).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the coefficient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by inspection.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has 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term, so the three roots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Descartes' rule (signs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there is exactly one positive root, namely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two roots are negative and sum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$D=12(9\lambda^3-7\lambda-2)$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the coefficient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$9-7-2=0$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by inspection.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has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term, so the three roots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Descartes' rule (signs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$+,-,-$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there is exactly one positive root, 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two roots are negative and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positive root, without finding the other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the rank check that every root gives no solution).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$\sum|\lambda|=1+|{-\tfrac13}|+|{-\tfrac23}|=1+1=2$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positive root, without finding the other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$12\times2=24$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the rank check that every root gives no solution).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system, 'no solution'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guarantee it: at each root test whether augmented rank exceeds coefficient rank (equivalently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cubic has 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the roots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𝑟𝑜𝑜𝑡𝑠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𝑠𝑢𝑚 𝑜𝑓 𝑝𝑜𝑠𝑖𝑡𝑖𝑣𝑒 𝑟𝑜𝑜𝑡𝑠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Descartes' rule: the number of positive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of sign changes in the coefficients of the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augmented rows have RHS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rank jumps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system, 'no solution'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guarantee it: at each root test whether augmented rank exceeds coefficient rank (equivalently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cubic has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the roots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$\sum|\text{roots}|=2\times\left(\text{sum of positive roots}\right)$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Descartes' rule: the number of positive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of sign changes in the coefficients of the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$(-2,-3,3),(2,-2,4),(3,2,-1)$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augmented rows have RHS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$\frac49,1,-\frac13$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rank jumps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$D_k=\begin{vmatrix} 1 &amp; 2k &amp; 2k-1 \\ n &amp; n^2+n+2 &amp; n^2 \\ n &amp; n^2+n &amp; n^2+n+2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$\sum_{k=1}^{n}D_k=96$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determinants,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natural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determinants,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natural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first row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same determinant with that row replaced by its sums.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first row depends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D_k$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same determinant with that row replaced by its sums.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first row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determinant is linear in each row;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determinant whose first row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first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determinant is linear in each row;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$\sum_{k=1}^{n}D_k$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determinant whose first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$\left(\sum1,\sum2k,\sum(2k-1)\right)$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$\sum_{k=1}^{n}1=n$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$\sum_{k=1}^{n}2k=n(n+1)=n^2+n$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$\sum_{k=1}^{n}(2k-1)=n^2$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n &amp; n^2+n &amp; n^2 \\ n &amp; n^2+n+2 &amp; n^2 \\ n &amp; n^2+n &amp; n^2+n+2 \end{vmatrix}=96$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triangular: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n &amp; n^2+n &amp; n^2 \\ 0 &amp; 2 &amp; 0 \\ 0 &amp; 0 &amp; n+2 \end{vmatrix}=96$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triangular: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$n\cdot2\cdot(n+2)=96$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$n(n+2)=48$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$n^2+2n-48=0\Rightarrow(n+8)(n-6)=0$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it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sum an arithmetic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it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$D_k=n^3+5n^2+6n+4-2kn(n+4)$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sum an arithmetic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brackets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$D_k=\left[(n^2+n+2)^2-n^2(n^2+n)\right]-n\left[2k(n^2+n+2)-(2k-1)(n^2+n)\right]+n\left[2kn^2-(2k-1)(n^2+n+2)\right]$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brackets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$n^3+5n^2+4n+4$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$\;4k+n^2+n$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$-2kn-4k+n^2+n+2$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$D_k=n^3+5n^2+6n+4-2kn(n+4)$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$\sum_{k=1}^{n}D_k=n\left(n^3+5n^2+6n+4\right)-2n(n+4)\cdot\frac{n(n+1)}{2}=2n^2+4n$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$2n(n+2)=96$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Linearity of the determinant in one row: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only that row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sums: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operations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rows that share a common block leave very small entries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producing a triangular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Linearity of the determinant in one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$\sum_k\det(\ldots,r_k,\ldots)=\det(\ldots,\sum_kr_k,\ldots)$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only that row depends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$\sum_{k=1}^{n}k=\frac{n(n+1)}{2}$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$\sum_{k=1}^{n}(2k-1)=n^2$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operations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$R_i\to R_i-R_1$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rows that share a common block leave very small entries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producing a triangular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D_k=2(36)+24=96$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$D_1=\begin{vmatrix} 1 &amp; 2 &amp; 1 \\ 1 &amp; 4 &amp; 1 \\ 1 &amp; 2 &amp; 4 \end{vmatrix}=6=2+4$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Q21 – Q33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 and numerical)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interval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\frac32 &amp; \alpha+\frac32 \\ 1 &amp; \frac13 &amp; \alpha+\frac13 \\ 2\alpha+3 &amp; 3\alpha+1 &amp; 0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interval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$\left(-\frac32,\frac32\right)$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determinants, Roots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along the third row: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minors collapse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along the third row: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minors collapse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$\frac{7\alpha}{6}$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$-\frac76$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$2\alpha^2+6\alpha+1=0$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third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minor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third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$(2\alpha+3)\begin{vmatrix} \frac32 &amp; \alpha+\frac32 \\ \frac13 &amp; \alpha+\frac13 \end{vmatrix}-(3\alpha+1)\begin{vmatrix} 1 &amp; \alpha+\frac32 \\ 1 &amp; \alpha+\frac13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minor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$\frac32\left(\alpha+\frac13\right)-\frac13\left(\alpha+\frac32\right)=\frac{7\alpha}{6}$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$\left(\alpha+\frac13\right)-\left(\alpha+\frac32\right)=-\frac76$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$(2\alpha+3)\cdot\frac{7\alpha}{6}+(3\alpha+1)\cdot\frac76=0$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option (D) contains both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$2\alpha^2+3\alpha+3\alpha+1=0$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$2\alpha^2+6\alpha+1=0$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$\alpha=\frac{-3\pm\sqrt7}{2}$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$\alpha\approx-0.18$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$\alpha\approx-2.82$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$-2.82$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$\left(-\frac32,\frac32\right)$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option (D) contains both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$(-3,0)$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first row into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determinant reduces to a tiny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first row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$\left(0,\frac76,\frac76\right)$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$\frac76$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determinant reduces to a tiny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first row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first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 \frac32-\frac13,\ \frac32-\frac13\right)=\left(0,\frac76,\frac76\right)$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$\frac76\begin{vmatrix} 0 &amp; 1 &amp; 1 \\ 1 &amp; \frac13 &amp; \alpha+\frac13 \\ 2\alpha+3 &amp; 3\alpha+1 &amp; 0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$-1\cdot\left(0-(\alpha+\tfrac13)(2\alpha+3)\right)+1\cdot\left((3\alpha+1)-\tfrac13(2\alpha+3)\right)$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again, with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$(\alpha+\tfrac13)(2\alpha+3)+3\alpha+1-\tfrac{2\alpha+3}{3}=2\alpha^2+6\alpha+1$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$2\alpha^2+6\alpha+1=0$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again, with roots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$(-3,0)$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 locate both roots in an interval without computing them,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that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both roots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interval' means every solution must be inside it: test both roots, not just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two rows that differ only in a few constants is the standard way to clear fractions in a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$f(\alpha)=2\alpha^2+6\alpha+1$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 locate both roots in an interval without computing them,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$f(-3)=1&gt;0$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that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$\alpha=-\frac32\in(-3,0)$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$f(-\frac32)=-\frac72$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both roots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interval' means every solution must be inside it: test both roots, not just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two rows that differ only in a few constants is the standard way to clear fractions in a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$\alpha=-\frac{3+\sqrt7}{2}$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$2\alpha^2+6\alpha+1=0$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one of the following statements is NOT correct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system is consistent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system is inconsistent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system has infinite number of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system has 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$x+y+z=4\mu$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$x+2y+2\lambda z=10\mu$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$x+3y+4\lambda^2z=\mu^2+15$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one of the following statements is NOT correct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system is consistent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system is inconsistent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$\mu\neq1$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system has infinite number of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system has 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$\mu\neq1,15$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(unique, no and infinitely many solutions)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system is consistent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so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wrongly includes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$D=(2\lambda-1)^2$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system is consistent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$\mu=15$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so '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$\mu\neq1$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wrongly includes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$\mu=15$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 1 &amp; 1 &amp; 1 \\ 1 &amp; 2 &amp; 2\lambda \\ 1 &amp; 3 &amp; 4\lambda^2 \end{vmatrix}=(2\lambda-1)^2$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consistent: (A) is correct, and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the first from the 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 the second from the third: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these two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one free variable: infinitely many solutions. For every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inconsistent.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consistent: (A) is correct, and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$x+y+z=4\mu$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$x+2y+z=10\mu$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$x+3y+z=\mu^2+15$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the first from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Subtracting the second from the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$y=\mu^2-10\mu+15$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$6\mu=\mu^2-10\mu+15$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$\mu^2-16\mu+15=0$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$(\mu-1)(\mu-15)=0$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these two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$x+z=4\mu-y$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one free variable: infinitely many solutions. For every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inconsistent.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 - correct. (B) says 'inconsistent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 (infinitely many solutions): (B) is NOT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 - correct. (B) says 'inconsistent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 (infinitely many solutions): (B) is NOT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three cases appear in one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general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three cases appear in one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$(2\lambda-1)^2z=(\mu-1)(\mu-15)$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Eq.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eq.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Eq.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eq.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unique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consistent, unique - statements (A), (D) hold.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Eq. 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eq.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$y+(2\lambda-1)z=6\mu$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Eq.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eq.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$y+\left(4\lambda^2-2\lambda\right)z=\mu^2-10\mu+15$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$\left(4\lambda^2-4\lambda+1\right)z=\mu^2-16\mu+15$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$(2\lambda-1)^2z=(\mu-1)(\mu-15)$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consistent, unique - statements (A), (D) hold.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(statement C holds), no solution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'inconsistent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false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consistent: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$0\cdot z=(\mu-1)(\mu-15)$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$\mu\in\{1,15\}$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(statement C holds), no solution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'inconsistent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false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consistent: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consecutive equations repeatedly (a 'finite-difference' elimination) is ideal when the coefficients form a pattern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perfect square, so it vanishes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'inconsistent if ...' options, look for a missing exceptional value: here the constant condition has two roots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not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differences ✓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consecutive equations repeatedly (a 'finite-difference' elimination) is ideal when the coefficients form a pattern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$1,1,1\;/\;1,2,2\lambda\;/\;1,3,4\lambda^2$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1 &amp; 1 \\ 1 &amp; 2 &amp; 2\lambda \\ 1 &amp; 3 &amp; 4\lambda^2 \end{vmatrix}=(2\lambda-1)^2$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perfect square, so it vanishes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$1(8-6)-1(4-2)+1(3-2)=1=(2-1)^2$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'inconsistent if ...' options, look for a missing exceptional value: here the constant condition has two roots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$\mu=1,15$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not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$x+2y+z=150$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$x+3y+z=240$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differences ✓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statement is NOT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System is consistent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System has 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System is inconsistent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System has infinite number of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$x+2y+\lambda^2z=9$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$x+3y+\lambda z=\mu$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statement is NOT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System is consistent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System has 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$\mu\neq13$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System is inconsistent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$\mu\neq13$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System has infinite number of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(unique, no and infinitely many solutions)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coefficient also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is not enough for uniqueness.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$(1)+(3)-2(2)$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$(\lambda-1)(2\lambda+1)z=13-\mu$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coefficient also vanishes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'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$\lambda\neq1$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is not enough for uniqueness.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Label: (1)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(2)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(3)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Label: 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$x+2y+\lambda^2z=9$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$x+3y+\lambda z=\mu$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$\left(1+\lambda-2\lambda^2\right)z=5+\mu-18=\mu-13$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reads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vanishes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unique solution;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still consistent.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$1+\lambda-2\lambda^2=-(\lambda-1)(2\lambda+1)$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$(\lambda-1)(2\lambda+1)z=13-\mu$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vanishes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$\lambda\neq1,-\frac12$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unique solution;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still consistent.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 So uniqueness fails; (B)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impossible: inconsistent. Correct.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(1),(2),(3)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$\mu\neq13$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$0=13-\mu\neq0$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 So uniqueness fails; (B)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$\mu\neq13$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$0=13-\mu$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impossible: inconsistent. Correct.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(1),(2),(3)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solutions.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determinant: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uniqueness needs both excluded.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determinant: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$D=-(\lambda-1)(2\lambda+1)$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two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uniqueness needs both excluded.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 unique solution exists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alone does not give uniqueness.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1 &amp; 1 &amp; 1 \\ 1 &amp; 2 &amp; \lambda^2 \\ 1 &amp; 3 &amp; \lambda \end{vmatrix}=1(2\lambda-3\lambda^2)-1(\lambda-\lambda^2)+1(3-2)=1+\lambda-2\lambda^2=-(\lambda-1)(2\lambda+1)$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 unique solution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alone does not give uniqueness.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 solution exists (the combination above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does not imply a unique solution: (B) is false.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$x+2y+\frac14z=9$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$x+3y-\frac12z=\mu$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$\mu\neq13$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 solution exists (the combination above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$0=13-\mu$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$\mu\neq13$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does not imply a unique solution: (B) is false.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that is a polynomial in the parameter can vanish at several values; 'unique solution' statements must exclude all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eliminates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-coefficients are in arithmetic progression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-coefficients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infinitely many solutions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third: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that is a polynomial in the parameter can vanish at several values; 'unique solution' statements must exclude all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$E_1+E_3-2E_2$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eliminates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-coefficients are in arithmetic progression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-coefficients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$(\lambda-1)(2\lambda+1)=2\lambda^2-\lambda-1$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$x+2y+\frac z4=9$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infinitely many solutions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$x-2y+z=-4$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$2x+\alpha y+3z=5$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$3x-y+\beta z=3$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$12\alpha+13\beta$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78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only, so 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only, so it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$D=D_1=D_2=D_3=0$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1 &amp; -2 &amp; 1 \\ 2 &amp; \alpha &amp; 3 \\ 3 &amp; -1 &amp; \beta \end{vmatrix}=0\Rightarrow\alpha\beta-3\alpha+4\beta=17$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$D_2=\begin{vmatrix} 1 &amp; -4 &amp; 1 \\ 2 &amp; 5 &amp; 3 \\ 3 &amp; 3 &amp; \beta \end{vmatrix}=(5\beta-9)+4(2\beta-9)+1(6-15)=0$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(1):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$13\beta=54$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$\beta=\frac{54}{13}$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$\frac{54}{13}\alpha-3\alpha+4\cdot\frac{54}{13}=17$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$\frac{15}{13}\alpha=\frac{5}{13}$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$12\alpha+13\beta=12\cdot\frac13+13\cdot\frac{54}{13}=4+54=58$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Third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𝑒𝑞.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𝑒𝑞.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 linearly.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Third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$=p\,(\text{eq.}1)+q\,(\text{eq.}2)$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 linearly.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$(3,-1,\beta\,|\,3)=p(1,-2,1\,|\,-4)+q(2,\alpha,3\,|\,5)$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$p+2q=3$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$-4p+5q=3$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$q=\frac{15}{13}$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$p=\frac{9}{13}$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$\beta=p+3q=\frac{9}{13}+\frac{45}{13}=\frac{54}{13}$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$-1=-2p+\alpha q=-\frac{18}{13}+\frac{15}{13}\alpha$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$12\alpha+13\beta=4+54=58$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determinant (or combination) that involves only one unknown parameter first;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solution is consistent, a third row is always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(row 1)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(row 2); solving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two columns is often quicker than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 when two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fixed: infinitely many solutions are possible for exactly 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determinant (or combination) that involves only one unknown parameter first;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solution is consistent, a third row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(row 1)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(row 2); solving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two columns is often quicker than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 when two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fixed: infinitely many solutions are possible for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$\beta=\frac{54}{13}$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$\frac{9}{13}(1,-2,1,-4)+\frac{15}{13}(2,\frac13,3,5)=(3,-1,\frac{54}{13},3)$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$2x+3y-z=5$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$x+\alpha y+3z=-4$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$3x-y+\beta z=7$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78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gives one parameter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gives one parameter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$\Delta=\Delta_1=\Delta_2=\Delta_3=0$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$\Delta_2=\begin{vmatrix} 2 &amp; 5 &amp; -1 \\ 1 &amp; -4 &amp; 3 \\ 3 &amp; 7 &amp; \beta \end{vmatrix}=2(-4\beta-21)-5(\beta-9)-1(7+12)=-13\beta-16$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$\Delta_2=0\Rightarrow\beta=-\frac{16}{13}$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$\Delta_3=\begin{vmatrix} 2 &amp; 3 &amp; 5 \\ 1 &amp; \alpha &amp; -4 \\ 3 &amp; -1 &amp; 7 \end{vmatrix}=2(7\alpha-4)-3(7+12)+5(-1-3\alpha)=-\alpha-70$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$\Delta_3=0\Rightarrow\alpha=-70$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$13\alpha\beta=13\cdot(-70)\cdot\left(-\frac{16}{13}\right)=1120$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$1120$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2 is a combination of rows 1 and 3: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 give the multipliers,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2 is a combination of rows 1 and 3: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 give the multipliers,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$(1,\alpha,3\,|\,-4)=p(2,3,-1\,|\,5)+q(3,-1,\beta\,|\,7)$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$2p+3q=1$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$5p+7q=-4$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$\alpha=3p-q=-57-13=-70$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$3=-p+\beta q=19+13\beta$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$\beta=-\frac{16}{13}$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$13\alpha\beta=13(-70)\left(-\frac{16}{13}\right)=1120$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$1120$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Pick the Cramer determinant that contains a single unknown parameter (here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each is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consistent system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only the determinants whose multipliers are non-zero; using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enough here because the answer satisfies all conditions (checked by rank).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designed so that 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Pick the Cramer determinant that contains a single unknown parameter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each is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consistent system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only the determinants whose multipliers are non-zero;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$\Delta_2,\Delta_3$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enough here because the answer satisfies all conditions (checked by rank).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designed so that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$-19(2,3,-1,5)+13(3,-1,-\frac{16}{13},7)=(1,-70,3,-4)$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infinite number of solutions.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$2x+3y+z=9$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$4x+3y+\lambda z=\mu$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infinite number of solutions.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$\lambda+2\mu$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$D=D_1=D_2=D_3=0$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1 &amp; 2 &amp; 3 \\ 2 &amp; 3 &amp; 1 \\ 4 &amp; 3 &amp; \lambda \end{vmatrix}=(3\lambda-3)-2(2\lambda-4)+3(6-12)=-\lambda-13$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$D=0\Rightarrow\lambda=-13$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$D_3=\begin{vmatrix} 1 &amp; 2 &amp; 5 \\ 2 &amp; 3 &amp; 9 \\ 4 &amp; 3 &amp; \mu \end{vmatrix}=(3\mu-27)-2(2\mu-36)+5(6-12)=-\mu+15$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$D_3=0\Rightarrow\mu=15$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$\lambda+2\mu=-13+30=17$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Third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2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remaining columns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Third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$=-6\times$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$+5\times$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2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remaining columns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$(4,3,\lambda\,|\,\mu)=p(1,2,3\,|\,5)+q(2,3,1\,|\,9)$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$p+2q=4$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$2p+3q=3$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$\lambda=3p+q=-18+5=-13$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$\mu=5p+9q=-30+45=15$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$\lambda+2\mu=-13+30=17$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-columns of the three equations are given numbers, the combination multipliers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 by them alone - parameters then appear only in the other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Cramer's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replaces the third column by the constants; take care to copy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the old third column).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integers in the first two columns the multipliers are usually integers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here): a quick sanity check for the arithmetic.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-columns of the three equations are given numbers, the combination multipliers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 by them alone - parameters then appear only in the other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Cramer's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replaces the third column by the constants; take care to copy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$5,9,\mu$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the old third column).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integers in the first two columns the multipliers are usually integers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here): a quick sanity check for the arithmetic.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$-6(1,2,3,5)+5(2,3,1,9)=(4,3,-13,15)$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88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a non-trivial solution,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88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$x+\left(\sqrt2\sin\alpha\right)y+\left(\sqrt2\cos\alpha\right)z=0$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$x+(\cos\alpha)y+(\sin\alpha)z=0$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$x+(\sin\alpha)y-(\cos\alpha)z=0$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a non-trivial solution,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$\frac{5\pi}{24}$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Non-trivial solution of a homogeneous linear system, General solution of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$\cos2\alpha-\sin2\alpha=-\frac{1}{\sqrt2}$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$\cos\left(2\alpha+\frac{\pi}{4}\right)=-\frac12$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needs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\sqrt2\sin\alpha &amp; \sqrt2\cos\alpha \\ 1 &amp; \sin\alpha &amp; -\cos\alpha \\ 1 &amp; \cos\alpha &amp; \sin\alpha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$1-\sqrt2\sin\alpha(\sin\alpha+\cos\alpha)+\sqrt2\cos\alpha(\cos\alpha-\sin\alpha)=0$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$1+\sqrt2\cos2\alpha-\sqrt2\sin2\alpha=0$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$\cos2\alpha-\sin2\alpha=-\frac{1}{\sqrt2}$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$\cos2\alpha-\sin2\alpha=\sqrt2\cos\left(2\alpha+\frac{\pi}{4}\right)$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$\cos\left(2\alpha+\frac{\pi}{4}\right)=-\frac12$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$2\alpha+\frac{\pi}{4}=2n\pi\pm\frac{2\pi}{3}$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$\alpha+\frac{\pi}{8}=n\pi\pm\frac{\pi}{3}$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$\alpha=\frac{\pi}{3}-\frac{\pi}{8}=\frac{5\pi}{24}$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$\frac{13\pi}{24}&gt;\frac{\pi}{2}$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$\alpha=\frac{5\pi}{24}$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$\frac{5\pi}{24}$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subtracting equations leaves two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only, whose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 must vanish (else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subtracting equations leaves two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only, whose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 must vanish (else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Equation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3: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of these two equations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$(\sqrt2-1)\sin\alpha\;y+(\sqrt2+1)\cos\alpha\;z=0$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Equation 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$(\cos\alpha-\sin\alpha)y+(\sin\alpha+\cos\alpha)z=0$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$(y,z)\neq(0,0)$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of these two equations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$(\sqrt2-1)\sin\alpha(\sin\alpha+\cos\alpha)-(\sqrt2+1)\cos\alpha(\cos\alpha-\sin\alpha)=0$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condition).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$(\sqrt2-1)\sin^2\alpha-(\sqrt2+1)\cos^2\alpha+2\sqrt2\sin\alpha\cos\alpha=0$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$-1-\sqrt2\cos2\alpha+\sqrt2\sin2\alpha=0$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condition).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$\cos\left(2\alpha+\frac{\pi}{4}\right)=-\frac12$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$\alpha=\frac{5\pi}{24}$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$\frac{5\pi}{24}$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filter the solutions with the given interval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only 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the variable with equal coefficients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everywhere) reduces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determinant 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$a\cos\theta+b\sin\theta=R\cos(\theta-\phi)$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$\cos2\alpha-\sin2\alpha=\sqrt2\cos\left(2\alpha+\frac{\pi}{4}\right)$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$\cos\theta=\cos\phi\Leftrightarrow\theta=2n\pi\pm\phi$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filter the solutions with the given interval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$\alpha\in(0,\frac{\pi}{2})$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only 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the variable with equal coefficients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everywhere) reduces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determinant to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$\alpha=\frac{5\pi}{24}$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$2\alpha+\frac{\pi}{4}=\frac{2\pi}{3}$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$\cos\frac{2\pi}{3}=-\frac12$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$11x+y+\lambda z=-5$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$2x+3y+5z=3$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$8x-19y-39z=\mu$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$\lambda^4-\mu$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78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rest).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39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rest).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11 &amp; 1 &amp; \lambda \\ 2 &amp; 3 &amp; 5 \\ 8 &amp; -19 &amp; -39 \end{vmatrix}=11(-117+95)-1(-78-40)+\lambda(-38-24)=0$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$-242+118-62\lambda=0$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$62\lambda=-124$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39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$D_1=\begin{vmatrix} -5 &amp; 1 &amp; -2 \\ 3 &amp; 3 &amp; 5 \\ \mu &amp; -19 &amp; -39 \end{vmatrix}=-5(-117+95)-1(-117-5\mu)-2(-57-3\mu)=0$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$110+117+5\mu+114+6\mu=0$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$11\mu=-341$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$\lambda^4-\mu=(-2)^4-(-31)=16+31=47$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Third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2: matching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 fixes the multipliers, and the other columns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Third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$=2\times$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$-7\times$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2: matching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 fixes the multipliers, and the other columns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$(8,-19,-39\,|\,\mu)=p(11,1,\lambda\,|\,-5)+q(2,3,5\,|\,3)$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$11p+2q=8$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$p+3q=-19$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$-39=p\lambda+5q=2\lambda-35$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$\mu=-5p+3q=-10-21=-31$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$\lambda^4-\mu=16+31=47$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with two fixed 'clean' rows, the third row's multipliers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two columns; the other two columns carry the parameters.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Cramer's rule the numerator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replaces column 1 by the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arithmetic check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row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with two fixed 'clean' rows, the third row's multipliers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two columns; the other two columns carry the parameters.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Cramer's rule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replaces column 1 by the constants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$(-5,3,\mu)$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arithmetic check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row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$(11,1,-2)$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$2(11,1,-2)-7(2,3,5)=(8,-19,-39)$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$2(-5)-7(3)=-31=\mu$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satisfy the equation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$2x+5y+5z=17$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$x+2y+mz=n$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satisfy the equation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$m^2+n^2-m-n=46$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$m^2+n^2-mn=39$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$m^2+n^2+m+n=64$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$m^2+n^2-mn=68$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Row-reduce the augmented matrix: after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last row must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Row-reduce the augmented matrix: after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$R_3-\frac13R_2$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last row must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$(0,0,0\,|\,0)$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augmented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augmented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$\left[\begin{array}{ccc|c} 1 &amp; 1 &amp; 1 &amp; 4 \\ 2 &amp; 5 &amp; 5 &amp; 17 \\ 1 &amp; 2 &amp; m &amp; n \end{array}\right]$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row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the third row must equal the 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(Other options: (A)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neither matches.)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$\left[\begin{array}{ccc|c} 1 &amp; 1 &amp; 1 &amp; 4 \\ 0 &amp; 3 &amp; 3 &amp; 9 \\ 0 &amp; 1 &amp; m-1 &amp; n-4 \end{array}\right]$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row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$(0,1,1\,|\,3)$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the third row must equal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$n-4=3$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$m^2+n^2-mn=4+49-14=39$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(Other options: (A)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neither matches.)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$m^2+n^2-mn=39$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Third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 then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Third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$=\frac13R_1+\frac13R_2$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 then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$(1,2,m\,|\,n)=p(1,1,1\,|\,4)+q(2,5,5\,|\,17)$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$p+2q=1$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$p+5q=2$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$m=p+5q=2$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$n=4p+17q=\frac{21}{3}=7$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$m^2+n^2-mn=4+49-14=39$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$m^2+n^2-mn=39$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unknown last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 iff that row lies in the span of the other augmented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Row-echelon form is the quickest test: a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a free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found, test each option by direct substitution: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unknown last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$(1,2,m\,|\,n)$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 iff that row lies in the span of the other augmented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Row-echelon form is the quickest test: a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$(0,0,c\,|\,d)$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$c\,z=d$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a free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found, test each option by direct substitution: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$4+49-2-7=44\neq46$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$4+49+2+7=62\neq64$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$\frac13(1,1,1,4)+\frac13(2,5,5,17)=(1,2,2,7)$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natural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natural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$A_r=\begin{vmatrix} r &amp; 1 &amp; \frac{n^2}{2}+\alpha \\ 2r &amp; 2 &amp; n^2-\beta \\ 3r-2 &amp; 3 &amp; \frac{n(3n-1)}{2}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$2A_{10}-A_8$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$2\alpha+4\beta$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second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does not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$R_2-2R_1$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second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$(0,0,\cdot)$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does not depend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row becomes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second row (only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is non-zero, cofactor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row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 0,\ n^2-\beta-n^2-2\alpha\right)=(0,0,-\beta-2\alpha)$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$A_r=\begin{vmatrix} r &amp; 1 &amp; \frac{n^2}{2}+\alpha \\ 0 &amp; 0 &amp; -\beta-2\alpha \\ 3r-2 &amp; 3 &amp; \frac{n(3n-1)}{2}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second row (only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is non-zero, cofactor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$A_r=(\beta+2\alpha)\left(3r-(3r-2)\right)$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$A_r=2(\beta+2\alpha)=4\alpha+2\beta$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$A_{10}=A_8=4\alpha+2\beta$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$2A_{10}-A_8=A_{10}=4\alpha+2\beta$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$4\alpha+2\beta$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Column operation instead: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first column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no longer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single cofactor remains.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Column operation instead: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$C_1\to C_1-rC_2$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first column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$(0,0,-2)^{T}$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no longer contains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single cofactor remains.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columns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column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columns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$(r,2r,3r-2)^{T}$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$(r,2r,3r)^{T}=r(1,2,3)^{T}$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C_1-rC_2$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column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$(0,\,0,\,-2)^{T}$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result is free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$A_r=-2\cdot\begin{vmatrix} 1 &amp; \frac{n^2}{2}+\alpha \\ 2 &amp; n^2-\beta \end{vmatrix}=-2\left(n^2-\beta-n^2-2\alpha\right)=2\beta+4\alpha$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result is free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$2A_{10}-A_8=A_{10}=4\alpha+2\beta$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$4\alpha+2\beta$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determinant depends on a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one row/column and that row/column can be reduced by an operation involving another row/column,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out - look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𝑐𝑜𝑙𝑢𝑚𝑛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patterns.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the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question asks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similar) with the same determinant for different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suspect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determinant depends on a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one row/column and that row/column can be reduced by an operation involving another row/column,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out -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$r\cdot(\text{column})$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patterns.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$(r,2r,3r-2)$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$C_1-rC_2$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leaves the constants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question asks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$2A_{10}-A_8$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similar) with the same determinant for different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suspect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$A_1=\begin{vmatrix} 1 &amp; 1 &amp; 3 \\ 2 &amp; 2 &amp; 3 \\ 1 &amp; 3 &amp; 5 \end{vmatrix}=1(10-9)-1(10-3)+3(6-2)=6=4\alpha+2\beta$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$\gamma\neq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\alpha &amp; b &amp; c \\ a &amp; \beta &amp; c \\ a &amp; b &amp; \gamma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$\frac{a}{\alpha-a}+\frac{b}{\beta-b}+\frac{\gamma}{\gamma-c}$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isolate the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divide by their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$R_2-R_3$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isolate the factors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$\gamma-c$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divide by their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\alpha-a &amp; b-\beta &amp; 0 \\ 0 &amp; \beta-b &amp; c-\gamma \\ a &amp; b &amp; \gamma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$(\alpha-a)\left[\gamma(\beta-b)-b(c-\gamma)\right]-(b-\beta)\left[0-a(c-\gamma)\right]=0$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$\gamma(\alpha-a)(\beta-b)+b(\alpha-a)(\gamma-c)+a(\beta-b)(\gamma-c)=0$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non-zero: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required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$(\alpha-a)(\beta-b)(\gamma-c)$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non-zero: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$\frac{\gamma}{\gamma-c}+\frac{b}{\beta-b}+\frac{a}{\alpha-a}=0$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(rank-one update): the determinant lemma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$\operatorname{diag}(\alpha-a,\beta-b,\gamma-c)+\mathbf{1}(a,b,c)$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(rank-one update): the determinant lemma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$\prod(\cdot)\left[1+\sum\frac{a}{\alpha-a}\right]$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row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common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$\operatorname{diag}(\alpha-a,\beta-b,\gamma-c)$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common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$M=\Delta+\mathbf{1}w^{T}$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M=\det\Delta\,\left(1+w^{T}\Delta^{-1}\mathbf{1}\right)$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M=(\alpha-a)(\beta-b)(\gamma-c)\left[1+\frac{a}{\alpha-a}+\frac{b}{\beta-b}+\frac{c}{\gamma-c}\right]$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factors non-zero: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requested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factors non-zero: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$\frac{a}{\alpha-a}+\frac{b}{\beta-b}+\frac{c}{\gamma-c}=-1$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$\frac{\gamma}{\gamma-c}=1+\frac{c}{\gamma-c}$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requested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(matrix determinant lemma).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classic statement: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form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of the last term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which numerator the last fraction has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answers differ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$\operatorname{diag}(d_1,\ldots,d_n)+\mathbf{1}w^{T}$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$\det=\prod d_i\left(1+\sum\frac{w_i}{d_i}\right)$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(matrix determinant lemma).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classic statement: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\alpha &amp; b &amp; c \\ a &amp; \beta &amp; c \\ a &amp; b &amp; \gamma \end{vmatrix}=0\iff\frac{a}{\alpha-a}+\frac{b}{\beta-b}+\frac{c}{\gamma-c}=-1$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form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of the last term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which numerator the last fraction has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answers differ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$\alpha=\beta=\gamma=x$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$\det=(x-1)^2(x+2)$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$\frac{1}{-3}\cdot3=-1$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$\frac{a}{\alpha-a}+\frac{b}{\beta-b}+\frac{\gamma}{\gamma-c}=-\frac13-\frac13+\frac23=0$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$x+4y-z=\lambda$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$7x+9y+\mu 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$5x+y+2z=-1$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$(2\mu+3\lambda)$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$(\operatorname{adj}A)\,B=0$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 1 &amp; 4 &amp; -1 \\ 7 &amp; 9 &amp; \mu \\ 5 &amp; 1 &amp; 2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 \lambda \\ -3 \\ -1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$X=A^{-1}B=\frac{\operatorname{adj}A}{|A|}B$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$(\operatorname{adj}A)B=0$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$|A|=(18-\mu)-4(14-5\mu)-1(7-45)=18-\mu-56+20\mu+38=19\mu$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$|A|=0\Rightarrow\mu=0$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hold).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$\operatorname{adj}A=\begin{pmatrix} 18 &amp; -9 &amp; 9 \\ -14 &amp; 7 &amp; -7 \\ -38 &amp; 19 &amp; -19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$(\operatorname{adj}A)B=0$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$18\lambda+27-9=0$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$14-21+7=0$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$38-57+19=0$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hold).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$2\mu+3\lambda=0+3(-1)=-3$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3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 then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2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$=2\times$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3 in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 then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$(7,9,\mu\,|\,-3)=p(1,4,-1\,|\,\lambda)+q(5,1,2\,|\,-1)$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$p+5q=7$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$4p+q=9$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$\mu=-p+2q=0$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$-3=2\lambda-1$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$2\mu+3\lambda=-3$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infinitely many solutions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rank 2); no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row-combination method needs no adjugate: write the odd row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(row)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(row) using two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once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square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infinitely many solutions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$(\operatorname{adj}A)B=0$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rank 2); no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$(\operatorname{adj}A)B\neq0$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row-combination method needs no adjugate: write the odd row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(row)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(row) using two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$|A|=19\mu$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once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$2(1,4,-1,-1)+(5,1,2,-1)=(7,9,0,-3)$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$\lambda,\mu\in\mathbf{R}$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$3x+5y+\lambda z=3$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$7x+11y-9z=2$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$97x+155y-189z=\mu$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$\mu+2\lambda$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78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system, Properties of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the awkward numbers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simple column operations before expanding.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the awkward numbers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$R_3-14R_2$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simple column operations before expanding.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189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third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third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$\Delta=\Delta_1=\Delta_2=\Delta_3=0$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 3 &amp; 5 &amp; \lambda \\ 7 &amp; 11 &amp; -9 \\ 97 &amp; 155 &amp; -189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R_3-14R_2$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third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$(-1,1,-63)$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$2\begin{vmatrix} 4 &amp; 5 &amp; \lambda \\ 9 &amp; 11 &amp; -9 \\ 0 &amp; 1 &amp; -63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third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$-(-36-9\lambda)-63(44-45)=0$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$36+9\lambda+63=0$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$\Delta_3=\begin{vmatrix} 3 &amp; 5 &amp; 3 \\ 7 &amp; 11 &amp; 2 \\ 97 &amp; 155 &amp; \mu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C_1-C_3$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0 &amp; 2 &amp; 3 \\ 5 &amp; 4 &amp; 2 \\ 97-\mu &amp; 58 &amp; \mu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$-5(2\mu-174)+(97-\mu)(4-12)=0$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$-10\mu+870-776+8\mu=0$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$94-2\mu=0$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$\mu+2\lambda=47-22=25$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combination: the third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eq.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eq. 2,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 out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combination: the third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eq. 1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$+10\times$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eq. 2,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 out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$(97,155,-189\,|\,\mu)=p(3,5,\lambda\,|\,3)+q(7,11,-9\,|\,2)$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$3p+7q=97$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$5p+11q=155$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$-189=9\lambda-90$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$\mu=3p+2q=27+20=47$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$\mu+2\lambda=47-22=25$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 'ugly' numbers in one equation signal a hidden combination of the others: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two clean columns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Operations such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guided by getting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state the operation exactly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wrong sign in a column operation changes the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 'ugly' numbers in one equation signal a hidden combination of the others: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two clean columns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$97=3\cdot9+7\cdot10$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$155=5\cdot9+11\cdot10$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Operations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$R_3-14R_2$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$97-98=-1$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$155-154=1$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guided by getting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state the operation exactly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wrong sign in a column operation changes the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$9(3,5,-11,3)+10(7,11,-9,2)=(97,155,-189,47)$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Q34 – Q35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single-correct and numerical)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$x(\alpha,1,2)+y(1,\beta,2)+z(2,3,\gamma)=(0,0,0)$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$6\alpha+4\beta+\gamma$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Non-trivial solution of a homogeneous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non-trivial solution of a homogeneous system, so its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$xyz\neq0$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non-trivial solution of a homogeneous system, so its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contains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vector equation gives the homogeneous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solution is non-trivial, so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vector equation gives the homogeneous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x+y+2z=0$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$x+\beta y+3z=0$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$2x+2y+\gamma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solution is non-trivial,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\alpha &amp; 1 &amp; 2 \\ 1 &amp; \beta &amp; 3 \\ 2 &amp; 2 &amp; \gamma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$\alpha(\beta\gamma-6)-1(\gamma-6)+2(2-2\beta)=0$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$\alpha\beta\gamma-6\alpha-\gamma+6+4-4\beta=0$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$\alpha\beta\gamma-6\alpha-4\beta-\gamma+10=0$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$45+10=6\alpha+4\beta+\gamma$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$6\alpha+4\beta+\gamma=55$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just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a homogeneous system means a non-trivial solution,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given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meant to be substituted.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statement: the three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linearly dependent (coplanar), i.e. their scalar triple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a valid triple: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just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$(x,y,z)\neq(0,0,0)$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a homogeneous system means a non-trivial solution,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 \alpha &amp; 1 &amp; 2 \\ 1 &amp; \beta &amp; 3 \\ 2 &amp; 2 &amp; \gamma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$\alpha\beta\gamma-6\alpha-4\beta-\gamma+10$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given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meant to be substituted.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statement: the three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$(\alpha,1,2),(1,\beta,2),(2,3,\gamma)$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linearly dependent (coplanar), i.e. their scalar triple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a valid triple: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$(\alpha,\beta,\gamma)=(1,1,45)$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$\det=45-6-4-45+10=0$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$6\alpha+4\beta+\gamma=6+4+45=55$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$2x+7y+\lambda z=3$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$3x+2y+5z=4$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$x+\mu y+32z=-1$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infinitely many solutions,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Infinitely many solutions of a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involves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involves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involves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involves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$D=D_x=D_y=D_z=0$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$D_z=\begin{vmatrix} 2 &amp; 7 &amp; 3 \\ 3 &amp; 2 &amp; 4 \\ 1 &amp; \mu &amp; -1 \end{vmatrix}=2(-2-4\mu)-7(-3-4)+3(3\mu-2)=0$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$-4-8\mu+49+9\mu-6=0$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$\mu+39=0$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2 &amp; 7 &amp; \lambda \\ 3 &amp; 2 &amp; 5 \\ 1 &amp; -39 &amp; 32 \end{vmatrix}=2(64+195)-7(96-5)+\lambda(-117-2)=0$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$518-637-119\lambda=0$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$\lambda-\mu=-1-(-39)=38$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Third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2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constants: the multipliers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Third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$=-7\times$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$+5\times$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2 in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 and the constants: the multipliers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$(1,\mu,32\,|\,-1)=p(2,7,\lambda\,|\,3)+q(3,2,5\,|\,4)$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$2p+3q=1$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$3p+4q=-1$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$\mu=7p+2q=-49+10=-39$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$32=p\lambda+5q=-7\lambda+25$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$\lambda-\mu=-1+39=38$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Pick the Cramer determinant in which only one unknown appears first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consistent system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row relation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columns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others give the parameters.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 entries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are placed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out as an integer: a sanity check for arithmetic.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Pick the Cramer determinant in which only one unknown appears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consistent system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row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$\text{row}_3=p\,\text{row}_1+q\,\text{row}_2$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columns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others give the parameters.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 entries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are placed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out as an integer: a sanity check for arithmetic.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$-7(2,7,-1,3)+5(3,2,5,4)=(1,-39,32,-1)$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2.14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35 questions, 140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Determinant J-M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2.14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