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Sheet1!$A$2:$A$48</c:f>
              <c:strCache>
                <c:ptCount val="4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</c:strCache>
            </c: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3.0</c:v>
                </c:pt>
                <c:pt idx="23">
                  <c:v>2.0</c:v>
                </c:pt>
                <c:pt idx="24">
                  <c:v>3.0</c:v>
                </c:pt>
                <c:pt idx="25">
                  <c:v>2.0</c:v>
                </c:pt>
                <c:pt idx="26">
                  <c:v>2.0</c:v>
                </c:pt>
                <c:pt idx="27">
                  <c:v>3.0</c:v>
                </c:pt>
                <c:pt idx="28">
                  <c:v>2.0</c:v>
                </c:pt>
                <c:pt idx="29">
                  <c:v>2.0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1.0</c:v>
                </c:pt>
                <c:pt idx="34">
                  <c:v>3.0</c:v>
                </c:pt>
                <c:pt idx="35">
                  <c:v>1.0</c:v>
                </c:pt>
                <c:pt idx="36">
                  <c:v>2.0</c:v>
                </c:pt>
                <c:pt idx="37">
                  <c:v>1.0</c:v>
                </c:pt>
                <c:pt idx="38">
                  <c:v>2.0</c:v>
                </c:pt>
                <c:pt idx="39">
                  <c:v>2.0</c:v>
                </c:pt>
                <c:pt idx="40">
                  <c:v>3.0</c:v>
                </c:pt>
                <c:pt idx="41">
                  <c:v>1.0</c:v>
                </c:pt>
                <c:pt idx="42">
                  <c:v>2.0</c:v>
                </c:pt>
                <c:pt idx="43">
                  <c:v>2.0</c:v>
                </c:pt>
                <c:pt idx="44">
                  <c:v>3.0</c:v>
                </c:pt>
                <c:pt idx="45">
                  <c:v>2.0</c:v>
                </c:pt>
                <c:pt idx="4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with $\frac{5+\sqrt2}{4}$, which does not match its own key (D). The middle term $\frac{1}{\sqrt2}=\frac{2\sqrt2}{4}$, so the value is $\frac{5+2\sqrt2}{4}$. The PDF also writes $S_1:|z-2|\le$ (the $1$ is missing) and never justifies why $A$ is the farthest point; both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fraction has denominator $1+2\cos^2\theta$; the correct denominator is $(1-3i\cos\theta)(1+3i\cos\theta)=1+9\cos^2\theta$ (the PDF uses $1+9\cos^2\theta$ one line later). The last lines also contain misprints ($\cos\theta$ for $\cos^2\theta$).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reduced determinant shows $e^{i4\theta}(e^{i\theta}-1)$ in the third row of the second column; it should be $e^{i7\theta}(e^{i\theta}-1)$. It also writes $\Delta=0$ without saying why (the new column is $(e^{i\theta}-1)$ times the first column); added. The final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opening line has its conjugation bars misplaced (it should read $\bar z_1=i\bar z_2\Rightarrow z_1=-iz_2$). It also writes the two argument equations as exact and concludes $2\arg z_1=\frac\pi2\Rightarrow\arg z_1=\frac\pi4$, ignoring that they hold only modulo $2\pi$: $\arg z_1=-\frac{3\pi}4$ also satisfies both conditions, so option (D) is correct too. The key (C) is kept but the question really has two valid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factors $1+x^2+x^4=(1+x+x^2)(1-x+x^2)$ but then says ``one root is $\omega$ and the other is $\omega^2$'' and uses only $\alpha^3=1$. The quartic has four roots; the roots of $1-x+x^2$ are $-\omega,-\omega^2$ with $\alpha^3=-1$. The value is $1$ for them too (added), so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figure shows the point $P$ on the line towards $-4i$ (lower left of the centre), but the question is about $4i$ and the coordinates used, $P\left(\frac{12}5,\frac45\right)$, are those of the point on the line from $(3,0)$ towards $(0,4)$ (towards $-4i$ they would be $\left(\frac{12}5,-\frac45\right)$ and give $40$). The PDF also never checks that $P$ satisfies $4x-3y\le12$. Both fixed; the answer $80$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real and imaginary parts with the sign of the $2xy$ term reversed (real part $2x=x^2-y^2+2xy$, imaginary part $x^2-y^2-2xy=0$); the correct split is $2x=x^2-y^2-2xy$ and $x^2-y^2+2xy=0$. Its roots $x=\frac{-1\pm\sqrt2}2$ should be $\frac{1\pm\sqrt2}2$ (from $x^2-x-\frac14=0$). The sum of squares of the moduli is not affected by $x\to-x$, so the answer $2$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states $PB=\sqrt{17}$ and $PC=\sqrt{13}$; they are the other way round ($PB^2=13$, $PC^2=17$). It still picks $z_2=1=C$, which is correct. It also writes ``$\alpha=30$ and $\alpha=-4$'' (the second should be $\beta$) and does not justify that no point of the arc is farther than $C$. Fixed;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Case 2 gives infinitely many $n$ (all $n\ge7$) but the key says (D) $4$, so the key contradicts the PDF's working. With $S_n,T_n$ as printed (circles, equality) the set $\{n:S_n\cap T_n=\phi\}$ is infinite, and no option is correct. (D) $4$ is correct only if $S_n,T_n$ were discs ($|z-\ldots|\le\ldots$). Answer field shows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expression for $v_0$ contains $|1+2i+6i|^2$; it should be $|1+2i-6i|^2=|1-4i|^2=17$ (the printed form would give $65$). The PDF's value $v_0=30$ and the final answer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Complex Number (XII Sheet,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complex numbers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principal argument of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$|z\omega|=1$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$\arg(z)-\arg(\omega)=\frac{3\pi}{2}$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$\arg\left(\frac{1-2\bar z\omega}{1+3\bar z\omega}\right)$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principal argument of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modulus and argument,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with the argument difference fixes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$|z\omega|=1$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with the argument difference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z\omega=e^{-3\pi i/2}=i$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complex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complex number with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z\omega|=|z\omega|=1$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complex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$\arg(\bar z\omega)=\arg(\omega)-\arg(z)=-\frac{3\pi}{2}$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complex number with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$e^{-3\pi i/2}=i$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z\omega=i$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$\arg\left(\frac{1-2\bar z\omega}{1+3\bar z\omega}\right)=\arg\left(\frac{1-2i}{1+3i}\right)=\arg(1-2i)-\arg(1+3i)$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$=-\tan^{-1}(2)-\tan^{-1}(3)$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$\tan^{-1}2+\tan^{-1}3=\pi+\tan^{-1}\frac{2+3}{1-6}=\pi-\frac{\pi}{4}=\frac{3\pi}{4}$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 depends only on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one admissible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argument off a single complex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one admissible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$(z,\omega)$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argument off a single complex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principal arguments are valid,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$z=e^{3\pi 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$\omega=e^{-3\pi 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principal arguments are valid,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$|z\omega|=1$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z-\arg\omega=\frac{3\pi}{4}+\frac{3\pi}{4}=\frac{3\pi}{2}$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z\omega=e^{-3\pi i/4}\cdot e^{-3\pi i/4}=e^{-3\pi i/2}=i$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third quadrant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principal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$\frac{1-2i}{1+3i}=\frac{(1-2i)(1-3i)}{10}=\frac{1-3i-2i-6}{10}=\frac{-5-5i}{10}=-\frac{1+i}{2}$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$-\frac{1+i}{2}$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third quadrant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on modulus and argument of a product fixes the product completely: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$\arg(\bar z w)=\arg w-\arg z\pmod{2\pi}$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on modulus and argument of a product fixes the product completely: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z\omega=e^{-3\pi i/2}=i$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$\tan^{-1}a+\tan^{-1}b=\pi+\tan^{-1}\frac{a+b}{1-ab}$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$\tan^{-1}2+\tan^{-1}3=\frac{3\pi}{4}$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$x^2+(3)^{1/4}x+3^{1/2}=0$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$\alpha^{96}(\alpha^{12}-1)+\beta^{96}(\beta^{12}-1)$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$56\times3^{25}$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$56\times3^{24}$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$28\times3^{25}$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$52\times3^{24}$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 (cube roots), Quadratic equations: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$p=3^{1/4}$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$x^2+px+p^2=0$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$p^2=3^{1/2}$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xp\right)^2+\frac xp+1=0$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$\alpha=3^{1/4}\omega$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$\beta=3^{1/4}\omega^2$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$\alpha^{12}=3^{3}\omega^{12}=27$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$\beta^{12}=3^3\omega^{24}=27$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$\alpha^{96}=3^{24}\omega^{96}=3^{24}$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$\beta^{96}=3^{24}\omega^{192}=3^{24}$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$\alpha^{96}(\alpha^{12}-1)+\beta^{96}(\beta^{12}-1)=3^{24}(27-1)+3^{24}(27-1)$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$=2\cdot26\cdot3^{24}=52\times3^{24}$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$52\times3^{24}$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root of the quadratic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$(x-p)(x^2+px+p^2)=x^3-p^3$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root of the quadratic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$x^3=p^3$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therefore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$(x-p)(x^2+px+p^2)=x^3-p^3$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therefore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$x^3=p^3=3^{3/4}$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$\alpha^{12}=(\alpha^3)^4=p^{12}=3^3=27$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$\beta^{12}=27$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$\alpha^{96}=(\alpha^3)^{32}=p^{96}=3^{24}$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$\beta^{96}=3^{24}$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$2\cdot3^{24}(27-1)=52\times3^{24}$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$52\times3^{24}$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high powers reduce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recognised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coefficient squared equals the constant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$x^2+ax+a^2=0$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$a\omega,a\omega^2$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$x^{3m}=c^m$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high powers reduce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$x^2+ax+a^2$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recognised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coefficient squared equals the constant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entries of the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$a_{i1}+a_{i2}+a_{i3}=1$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entries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Matrices: powers of a matrix, Row sums and eigenvector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this property survives to all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$A\,(1,1,1)^T=(1,1,1)^T$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this property survives to all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again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$AX=\begin{pmatrix}a_{11}+a_{12}+a_{13}\\a_{21}+a_{22}+a_{23}\\a_{31}+a_{32}+a_{33}\end{pmatrix}=\begin{pmatrix}1\\1\\1\end{pmatrix}$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$A^2X=A(AX)=AX=X$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again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$A^3X=A(A^2X)=AX=X$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all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$A^3=\begin{pmatrix}x_1&amp;x_2&amp;x_3\\y_1&amp;y_2&amp;y_3\\z_1&amp;z_2&amp;z_3\end{pmatrix}$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$A^3X=\begin{pmatrix}x_1+x_2+x_3\\y_1+y_2+y_3\\z_1+z_2+z_3\end{pmatrix}=\begin{pmatrix}1\\1\\1\end{pmatrix}$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all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the same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simplest 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row sums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the same for every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simplest one,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row sums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its entries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has a single numerical answer valid for 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 test,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entry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$a_{i1}+a_{i2}+a_{i3}=1$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its entries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has a single numerical answer valid for 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 test,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$A=\begin{pmatrix}1&amp;0&amp;0\\1&amp;0&amp;0\\1&amp;0&amp;0\end{pmatrix}$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entry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eigenvector with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row sums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row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all entries of every power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1=s\mathbf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1=(1,\dots,1)^T$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eigenvector with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$A^k\mathbf 1=s^k\mathbf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row sums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1^TM\mathbf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row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all entries of every power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number.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$z^2+3\bar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$\sum_{k=0}^{\infty}\frac{1}{n^k}$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 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 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the imaginary part factorises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$z^2+3\bar 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the imaginary part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$y(2x-3)=0$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the two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$x^2-y^2+2ixy+3(x-iy)=0$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the two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more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$\frac94-y^2+\frac92=0$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$y=\pm\frac{\sqrt{27}}{2}$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more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$z=\frac32\pm\frac{\sqrt{27}}{2}i$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$\sum_{k=0}^{\infty}\frac1{4^k}=1+\frac14+\frac1{4^2}+\cdots=\frac{1}{1-\frac14}=\frac43$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multiply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$|z|^2=3|z|$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multiply the equation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$z^2=-3\bar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$|z|^2=3|z|$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$z^2=-3\bar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$z^3=-3z\bar z=-3|z|^2=-27$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of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satisfies the original equation because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$z=-3,\ -3\omega,\ -3\omega^2$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of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satisfies the original equation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z=\frac9z$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$z^2+3\bar z=\frac{z^3+27}{z}=0$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$\sum_{k\ge0}4^{-k}=\frac43$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into real and imaginary parts, or take moduli, or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produce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$z^2+k\bar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$-k,-k\omega,-k\omega^2$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into real and imaginary parts, or take moduli, or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produce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$\sum_{k\ge0}r^k=\frac1{1-r}$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$S_1=\{z\in\mathbb{C}:|z-3-2i|^2=8\}$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$S_2=\{z\in\mathbb{C}:\mathrm{Re}(z)\ge5\}$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$S_3=\{z\in\mathbb{C}:|z-\bar z|\ge8\}$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plane: circle and half-planes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the three conditions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meet in one point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the three conditions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$(x-3)^2+(y-2)^2=8$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$|y|\ge4$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meet in one point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region to the right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lowest point of the circle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$|z-(3+2i)|=2\sqrt2$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region to the right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z|=|2iy|=2|y|\ge8$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lowest point of the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$y=2-2\sqrt2&gt;-1$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figure: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$(x-3)^2=8-(y-2)^2\le4$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figure: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turn the two inequalities into conditions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$z=3+2i+2\sqrt2\,e^{i\theta}$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turn the two inequalities into conditions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$x=3+2\sqrt2\cos\theta$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$y=2+2\sqrt2\sin\theta$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$\cos\theta\ge\frac1{\sqrt2}$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$\theta\in\left[-\frac\pi4,\frac\pi4\right]$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$\sin\theta\ge\frac{1}{\sqrt2}$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$\theta\in\left[\frac\pi4,\frac{3\pi}{4}\right]$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$\sin\theta\le-\frac3{\sqrt2}&lt;-1$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ranges share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point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ranges share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$z=3+2i+2\sqrt2\cdot\frac{1+i}{\sqrt2}=5+4i$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point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meeting several half-planes: turn each into a bound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see where the circle can satisfy all bounds; a single point arises when the bounds meet exactly on the circle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-spread is at most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z|=2|\mathrm{Im}\,z|$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$|z+\bar z|=2|\mathrm{Re}\,z|$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meeting several half-planes: turn each into a bound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see where the circle can satisfy all bounds; a single point arises when the bounds meet exactly on the circle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$2^2+2^2=8$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$(x-a)^2+(y-b)^2=r^2$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$|y-b|\ge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-spread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maximum value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$S_1=\{z\in\mathbb{C}:|z-2|\le1\}$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$S_2=\{z\in\mathbb{C}:z(1+i)+\bar z(1-i)\ge4\}$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$\left|z-\frac52\right|^2$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S_1\cap 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$\frac{3+2\sqrt2}{4}$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$\frac{5+2\sqrt2}{2}$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$\frac{3+2\sqrt2}{2}$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$\frac{5+2\sqrt2}{4}$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in the Argand plane: disc and half-plane, Maximum distance from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edge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 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edge passes through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$S_1\cap 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closed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half-disc below this line (shaded in the 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closed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$(x-2)^2+y^2\le1$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z(1-i)=2\,\mathrm{Re}[z(1+i)]=2(x-y)\ge4$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half-disc below this line (shaded in the 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meets the circle: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lower end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end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largest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Points inside the half-disc or on the chord are closer.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meets the circle: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lower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$A\left(2-\frac1{\sqrt2},-\frac1{\sqrt2}\right)$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$B\left(2+\frac1{\sqrt2},\frac1{\sqrt2}\right)$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$P=\left(\frac52,0\right)$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$z=2+e^{it}$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$t\in\left[-\frac{3\pi}4,\frac\pi4\right]$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$|z-\frac52|^2=\left(\cos t-\frac12\right)^2+\sin^2t=\frac54-\cos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largest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Points inside the half-disc or on the chord are closer.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$=PA^2=\left(\frac52-2+\frac1{\sqrt2}\right)^2+\left(\frac1{\sqrt2}\right)^2=\left(\frac12+\frac1{\sqrt2}\right)^2+\frac12$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$=\frac14+\frac1{\sqrt2}+\frac12+\frac12=\frac54+\frac{\sqrt2}{2}=\frac{5+2\sqrt2}{4}$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$\frac{5+2\sqrt2}{4}$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bounding arc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squared distance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bounding arc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$z=2+e^{it}$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squared distance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$\frac54-\cos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half-disc has its farthest points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circular arc (distance from a fixed point is largest at a boundary point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half-disc has its farthest points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circular arc (distance from a fixed point is largest at a boundary point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$z=2+e^{it}$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$t\in\left[-\frac{3\pi}4,\frac\pi4\right]$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$|z-\frac52|^2=\left|e^{it}-\frac12\right|^2=1-\cos t+\frac14=\frac54-\cos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the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$\left[-\frac{3\pi}4,\frac\pi4\right]$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the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t=-\frac{\sqrt2}2$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$=\frac54+\frac{\sqrt2}2=\frac{5+2\sqrt2}{4}$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$\frac{5+2\sqrt2}{4}$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a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a distance from a fixed point over a convex region is attained at an extreme point: compare the ends of the arcs and the corners.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a+\bar za=2\,\mathrm{Re}(\bar az)$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z(1-i)\ge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$x-y\ge\frac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$z=c+re^{it}$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$|z-p|^2=r^2+|c-p|^2+2r\,\mathrm{Re}\left[e^{it}\overline{(c-p)}\right]$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$c-p=-\frac12$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$\frac54-\cos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a distance from a fixed point over a convex region is attained at an extreme point: compare the ends of the arcs and the corners.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2-digit numbers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$\begin{pmatrix}0&amp;i\\1&amp;0\end{pmatrix}^{n}\begin{pmatrix}a&amp;b\\c&amp;d\end{pmatrix}=\begin{pmatrix}a&amp;b\\c&amp;d\end{pmatrix}$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2-digit numbers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with complex entries, Counting multiples (two-digit numbers)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 condition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repeatedly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$\begin{pmatrix}a&amp;b\\c&amp;d\end{pmatrix}=I$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repeatedly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$A^8=I$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real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the condition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conversely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$A=\begin{pmatrix}0&amp;i\\1&amp;0\end{pmatrix}$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real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the condition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conversely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$A^2=\begin{pmatrix}0&amp;i\\1&amp;0\end{pmatrix}\begin{pmatrix}0&amp;i\\1&amp;0\end{pmatrix}=\begin{pmatrix}i&amp;0\\0&amp;i\end{pmatrix}$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$A^4=\begin{pmatrix}i&amp;0\\0&amp;i\end{pmatrix}\begin{pmatrix}i&amp;0\\0&amp;i\end{pmatrix}=\begin{pmatrix}-1&amp;0\\0&amp;-1\end{pmatrix}$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$A^8=\begin{pmatrix}-1&amp;0\\0&amp;-1\end{pmatrix}\begin{pmatrix}-1&amp;0\\0&amp;-1\end{pmatrix}=\begin{pmatrix}1&amp;0\\0&amp;1\end{pmatrix}=I$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 odd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off-diagonal entries are non-zero).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two-digit members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$A^{2m}=i^mI$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 odd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$A^{2m+1}=i^mA$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off-diagonal entries are non-zero).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$A^{16}=A^{24}=A^{32}=\cdots=A^{96}=I$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two-digit members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$16,24,\dots,96$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$\frac{96-16}{8}+1=11$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eigenvalues: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distinct eigenvalues, so it is diagonalisable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both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eigenvalues: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distinct eigenvalues, so it is diagonalisable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both eigenvalues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are distinct,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eigenvalues.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$\det(A-\lambda I)=\lambda^2-i=0$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 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are distinct,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$A^n=I\iff\lambda^n=1$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eigenvalues.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two-digit members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$\left(e^{i\pi/4}\right)^n=1\iff8\mid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$\left(-e^{i\pi/4}\right)^n=e^{5n\pi i/4}=1\iff8\mid5n\iff8\mid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$S=\{8,16,24,\dots\}$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two-digit members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$16,24,\dots,96$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the order by repeated squaring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diagonalisable matrix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every eigenvalue is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two-digit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the order by repeated squaring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diagonalisable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every eigenvalue is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two-digit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$\lfloor99/k\rfloor-\lfloor9/k\rfloor$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a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line which passes through the centre of the given circle and the vertex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a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$\mathrm{Re}(z^2)+2(\mathrm{Im}(z))^2+2\mathrm{Re}(z)=0$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line which passes through the centre of the given circle and the vertex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$x^2-6x-y+13=0$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circle, Parabola: vertex, Straight line: intercept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circle, Parabola: vertex, Straight line: intercept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complete the square for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$\mathrm{Re}(z^2)=x^2-y^2$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$\mathrm{Im}(z)=y$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complete the square for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$z^2=x^2-y^2+2ixy$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$x^2-y^2+2y^2+2x=0$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$x^2-6x=y-13$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$(x-3)^2-9=y-13$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$(x-3)^2=y-4$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vertex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$\frac{y-0}{x+1}=\frac{4-0}{3+1}=1$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$\mathrm{Im}(z^2)=2xy$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$y=x^2-6x+13$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real part of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zero,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real part of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$z=\frac{3+2i\cos\theta}{1-3i\cos\theta}$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zero,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$\sin^23\theta+\cos^2\theta$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numbers: real and imaginary parts, Trigonometric identities: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numbers: real and imaginary parts, Trigonometric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$\mathrm{Re}\,z=\frac{3-6\cos^2\theta}{1+9\cos^2\theta}$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the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$1+3i\cos\theta$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$z=\frac{(3+2i\cos\theta)(1+3i\cos\theta)}{1+9\cos^2\theta}$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$3+9i\cos\theta+2i\cos\theta+6i^2\cos^2\theta=(3-6\cos^2\theta)+11i\cos\theta$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$\mathrm{Re}\,z=\frac{3-6\cos^2\theta}{1+9\cos^2\theta}=0$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$\sin^23\theta=\sin^2\theta(3-4\sin^2\theta)^2$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$\sin^2\theta=1-\frac12=\frac12$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$3-4\sin^2\theta=3-2=1$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$\sin^23\theta=\frac12\cdot1^2=\frac12$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$\sin^23\theta+\cos^2\theta=\frac12+\frac12=1$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written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real); equating real and imaginary parts avoids rationalising.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written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$z=it$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real); equating real and imaginary parts avoids rationalising.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$3+2i\cos\theta=it(1-3i\cos\theta)=3t\cos\theta+it$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$3=3t\cos\theta$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$2\cos\theta=\frac1{\cos\theta}$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$\sin^23\theta=\sin^2\frac{3\pi}{4}=\frac12$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parts is often quicker than rationalising.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parts is often quicker than rationalising.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with: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$\arg\left(\frac{z-1}{z+1}\right)=\frac\pi4$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with: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734051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734051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fixed argument means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circumference, so it subtends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fixed argument means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joining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circumference, so it subtends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inscribed-angle theorem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$\arg\frac{z-1}{z+1}=\frac\pi4$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inscribed-angle theorem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$2\cdot\frac\pi4=\frac\pi2$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$CA=CB=r$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ACB=90^\circ$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$2r^2=AB^2=4$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chord,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arc is the major arc, on the same side as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chord,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arc is the major arc, on the same side as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centre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(it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easily found point on the locus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(it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easily found point on the locus then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locus point on the imaginary 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locus point on the imaginary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$\frac{iy-1}{iy+1}=\frac{(iy-1)(1-iy)}{1+y^2}=\frac{(y^2-1)+2iy}{1+y^2}$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$(1+\sqrt2-k)^2=1+k^2$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$2+2\sqrt2=2k(1+\sqrt2)$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centre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arc of 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major arc;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semicircle (Thales);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minor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arc satisfies the equation; the rest of the same circle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arc of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$=\frac{|a-b|}{2\sin\theta}$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$\frac{2}{2\sin45^\circ}=\sqrt2$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major arc;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semicircle (Thales);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minor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arc satisfies the equation; the rest of the same circle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$\left(\sqrt3+i\right)^{100}=2^{99}(p+iq)$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$x^2+\left(\sqrt3-1\right)x-\sqrt3=0$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$x^2+\left(\sqrt3+1\right)x+\sqrt3=0$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$x^2-\left(\sqrt3+1\right)x+\sqrt3=0$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$x^2-\left(\sqrt3-1\right)x-\sqrt3=0$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 Moivre's theorem, Quadratic equation from sum and product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reduce the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$\sqrt3+i=2e^{i\pi/6}$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reduce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$\frac{100\pi}{6}=\frac{50\pi}{3}$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$\sqrt3+i=2\left(\cos\frac\pi6+i\sin\frac\pi6\right)=2e^{i\pi/6}$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$\left(\sqrt3+i\right)^{100}=2^{100}\left(\cos\frac{100\pi}6+i\sin\frac{100\pi}6\right)=2^{100}e^{i\,50\pi/3}$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$2^{99}(p+iq)$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$p+iq=2e^{i\,50\pi/3}=2\left(\cos\frac{50\pi}3+i\sin\frac{50\pi}3\right)$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$\frac{50\pi}3=16\pi+\frac{2\pi}3$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$\cos\frac{50\pi}3=\cos\frac{2\pi}3=-\frac12$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$\sin\frac{50\pi}3=\sin\frac{2\pi}{3}=\frac{\sqrt3}2$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$p+iq=2\left(-\frac12+i\frac{\sqrt3}2\right)=-1+i\sqrt3$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$x^2-(\sqrt3-1)x-\sqrt3=0$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$x^2-\left(\sqrt3-1\right)x-\sqrt3=0$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trigonometry: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trigonometry: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$\left(\sqrt3+i\right)^3=8i$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$\left(\sqrt3+i\right)^{12}=(8i)^4=2^{12}$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exponent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$\left(\sqrt3+i\right)^2=3-1+2\sqrt3\,i=2+2\sqrt3\,i$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$\left(\sqrt3+i\right)^3=\left(\sqrt3+i\right)\left(2+2\sqrt3\,i\right)=2\sqrt3+6i+2i-2\sqrt3=8i$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$\left(\sqrt3+i\right)^{12}=(8i)^4=4096\,i^4=2^{12}$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$\left(\sqrt3+i\right)^{96}=\left(2^{12}\right)^8=2^{96}$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$\left(\sqrt3+i\right)^{4}=\left(\sqrt3+i\right)\cdot8i=8\sqrt3\,i-8=8\left(-1+\sqrt3\,i\right)$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$\left(\sqrt3+i\right)^{100}=2^{96}\cdot8\left(-1+\sqrt3\,i\right)=2^{99}\left(-1+\sqrt3\,i\right)$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$x^2-\left(\sqrt3-1\right)x-\sqrt3=0$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powers repeat in direction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steps,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reduce the angle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reading off cosine and sine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the quadratic with these roots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powers repeat in direction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$\left(\sqrt3+i\right)^3=8i$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$\left(\sqrt3+i\right)^6=-64$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reduce the angle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reading off cosine and sine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$\frac{50\pi}3\equiv\frac{2\pi}3$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the quadratic with these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$x^2-(p+q)x+pq=0$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in the complex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in the complex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$S=\left\{z\in\mathbb{C}:\frac{z-i}{z+2i}\in\mathbb{R}\right\}$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in the complex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in the complex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(straight line)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(straight line)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real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real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$z,a,b$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quotient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real exactly when its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vectors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quotient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$\frac{z-i}{z-(-2i)}$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real exactly when its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$\arg\frac{z-i}{z-(-2i)}=0$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vectors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imaginary 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(the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the quotient is undefined there): a straight line,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imaginary 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the quotient is undefined there): a straight line,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straight line in the complex plane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straight line in the complex plane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Work algebraically: a quotient is real iff multiplying numerator by the conjugate of the denominator gives a real number.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a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straight line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$\frac{z-i}{z+2i}=\frac{(z-i)\overline{(z+2i)}}{|z+2i|^2}$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$(z-i)(\bar z-2i)$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$(x+i(y-1))(x-i(y+2))=x^2+(y-1)(y+2)+i\left[-x(y+2)+x(y-1)\right]$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$S=\{iy:y\in\mathbb{R},\ y\ne-2\}$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straight line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straight line in the complex plane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straight line in the complex plane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Apollonius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$\left|\frac{z-a}{z-b}\right|=1$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$\left|\frac{z-a}{z-b}\right|=k\ne1$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Apollonius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$a_r=\cos\frac{2r\pi}9+i\sin\frac{2r\pi}9$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$\begin{vmatrix}a_1&amp;a_2&amp;a_3\\a_4&amp;a_5&amp;a_6\\a_7&amp;a_8&amp;a_9\end{vmatrix}$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$a_2a_6-a_4a_8$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$a_1a_9-a_3a_7$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Determinants, Roots of unity: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Determinants, Roots of unity: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$e^{ir\theta}$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columns are proportional (rank one), so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among the options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columns are proportional (rank one), so 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among the options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$a_1a_9-a_3a_7$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column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new second column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 column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$a_r=e^{i\,2r\pi/9}$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$\theta=\frac{2\pi}9$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$a_r=e^{ir\theta}$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$\Delta=\begin{vmatrix}e^{i\theta}&amp;e^{2i\theta}&amp;e^{3i\theta}\\e^{4i\theta}&amp;e^{5i\theta}&amp;e^{6i\theta}\\e^{7i\theta}&amp;e^{8i\theta}&amp;e^{9i\theta}\end{vmatrix}$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$e^{i\theta}\left(e^{i\theta}-1\right)$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$e^{4i\theta}\left(e^{i\theta}-1\right)$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$e^{7i\theta}\left(e^{i\theta}-1\right)$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new second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$\left(e^{i\theta}-1\right)$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$\left(e^{i\theta},e^{4i\theta},e^{7i\theta}\right)^T$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proportional columns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others are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proportional columns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$a_ra_s=e^{i(r+s)\theta}$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$a_1a_9-a_3a_7=e^{10i\theta}-e^{10i\theta}=0$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others are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$a_2a_6-a_4a_8=e^{8i\theta}-e^{12i\theta}\ne0$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$a_9=e^{2\pi 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$|a_5|=1$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$a_1a_9-a_3a_7$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 has equal exponent sums on its two diagonals and therefore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$a_ra_s=a_{r+s}$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 has equal exponent sums on its two diagonals and therefore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sums: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brackets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three options are non-zero, so the answer is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$a_ra_s=e^{i(r+s)\theta}$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$\Delta=a_1(a_5a_9-a_6a_8)-a_2(a_4a_9-a_6a_7)+a_3(a_4a_8-a_5a_7)$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$5+9=6+8=14$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$4+9=6+7=13$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$4+8=5+7=12$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$a_1a_9-a_3a_7=0$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$1+9=3+7$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three options are non-zero, so the answer is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$a_1a_9-a_3a_7$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columns (or rows) are proportional has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turning into a multiple of another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in geometric progression with a fixed ratio across each row (here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rows proportional: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$a_{r}=e^{ir\theta}$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$a_ra_s=a_{r+s}$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$a_ra_s-a_pa_q=0$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$r+s=p+q$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columns (or rows) are proportional has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$C_j-C_i$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turning into a multiple of another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in geometric progression with a fixed ratio across each row (here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rows proportional: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then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$\frac{z-i}{z-1}$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$|z-(3+3i)|$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(circle), Nearest point on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(circle), Nearest point on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zero real part, which gives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zero real part, which gives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distance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$CR-r$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 means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$\frac{x+i(y-1)}{(x-1)+iy}\times\frac{(x-1)-iy}{(x-1)-iy}$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$=x(x-1)-ixy+i(y-1)(x-1)+y(y-1)=\left[x^2-x+y^2-y\right]+i\left[(y-1)(x-1)-xy\right]$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 means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$\frac{x^2+y^2-x-y}{(x-1)^2+y^2}=0$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it,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 (it is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it,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$|z-(3+3i)|_{\min}=CR-r$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$CR=\sqrt{\left(\frac52\right)^2+\left(\frac52\right)^2}=\frac5{\sqrt2}$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$|z-(3+3i)|_{\min}=\frac5{\sqrt2}-\frac1{\sqrt2}=\frac4{\sqrt2}=2\sqrt2$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 (it is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the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perpendicular: by Thales'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the vectors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perpendicular: by Thales' theorem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joining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(non-zero)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sees the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right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$\frac{z-i}{z-1}$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(non-zero)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$\arg\frac{z-i}{z-1}=\pm\frac\pi2$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$(z-i)\perp(z-1)$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sees the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right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the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reached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$\frac{AB}2=\frac{\sqrt2}2$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$\frac5{\sqrt2}-\frac1{\sqrt2}=2\sqrt2$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reached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through the origin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 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PZ=PC-r$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PZ=PC+r$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through the origin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the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the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$|z-2-2i|\le1$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modulus on a disc, Triangle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problem asks for the point of the disc farthest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$3iz+6=3i(z-2i)$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problem asks for the point of the disc farthest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disc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(shaded in the 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$|z-2-2i|\le1$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(shaded in the 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$|3iz+6|=|3i(z-2i)|$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$3i\cdot(-2i)=6$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$|3iz+6|=3|z-2i|$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 far as possible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horizontal line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of the disc is on this line, on the far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 far as possible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horizontal line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of the disc is on this line, on the far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inequality: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$|z-2i|=|(z-2-2i)+2|\le|z-2-2i|+2$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direction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$|3iz+6|=3|z-2i|$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$z-2i=(z-2-2i)+2$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$|z-2i|\le|z-2-2i|+|2|\le1+2=3$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$|3iz+6|\le9$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direction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$z-2-2i=1$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a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the same direction;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a disc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centre, beyond the centre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$|az+b|=|a|\left|z+\frac ba\right|$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a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$|u+v|\le|u|+|v|$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the same direction;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$\max|z-p|=|c-p|+r$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a disc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centre, beyond the centre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in the complex plane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in the complex plane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$\arg\left(\frac{z-2}{z+2}\right)=\frac\pi4$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$\left|z-9\sqrt2-2i\right|^2$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distance from a point to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distance from a point to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distance to an outside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$x^2+(y-2)^2=8$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distance to an outside 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$\frac{z-2}{z+2}=\frac{(x-2)+iy}{(x+2)+iy}\times\frac{(x+2)-iy}{(x+2)-iy}=\frac{(x^2+y^2-4)+4iy}{x^2+y^2+4x+4}$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$x^2+(y-2)^2=8$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$A=\left(9\sqrt2,2\right)$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$AC=9\sqrt2$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the circle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required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the circle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$|z-A|_{\min}=AC-r=9\sqrt2-2\sqrt2=7\sqrt2$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$x^2+y^2-4=8&gt;0$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required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$\left|z-\left(9\sqrt2+2i\right)\right|^2_{\min}=(AC-r)^2=\left(7\sqrt2\right)^2=98$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and reduce the squared distance to a linear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and reduce the squared distance to a linear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 the arc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$z=2i+2\sqrt2e^{it}$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$y=2+2\sqrt2\sin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$|z-9\sqrt2-2i|^2=\left(2\sqrt2\cos t-9\sqrt2\right)^2+\left(2\sqrt2\sin t\right)^2=8\cos^2t-72\cos t+162+8\sin^2t$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$=170-72\cos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 the arc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$x^2+y^2-4=8&gt;0$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$=170-72=98$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outside: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greatest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extreme point lies on the required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a distance squared into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$\arg\frac{z-a}{z+a}=\theta$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$x^2+y^2-a^2=2ay\cot\theta$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$(0,a\cot\theta)$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outside: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$=AC-r$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greatest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$=AC+r$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extreme point lies on the required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$z=c+re^{it}$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a distance squared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$\text{const}-\text{const}\cdot\cos(t-\varphi)$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imaginary part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$|z-3|=\mathrm{Re}(z)$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Argument of a difference (slope of a chord)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Argument of a difference (slope of a chord)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points lie on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subtracting the two equations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points lie on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$(x-3)^2+y^2=x^2$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subtracting the two equations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$y_1+y_2$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$z_2=x_2+iy_2$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$z_1-z_2=(x_1-x_2)+i(y_1-y_2)$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$\tan^{-1}\frac{y_1-y_2}{x_1-x_2}=\frac\pi4$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$y_1-y_2=x_1-x_2$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$|z-3|=\mathrm{Re}(z)$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$(x_1-3)^2+y_1^2=x_1^2$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$(x_2-3)^2+y_2^2=x_2^2$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$(x_1-3)^2-(x_2-3)^2+y_1^2-y_2^2=x_1^2-x_2^2$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imaginary part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$-6x_1+6x_2+(y_1+y_2)(y_1-y_2)=0$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$-6(x_1-x_2)+(y_1+y_2)(y_1-y_2)=0$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$x_1-x_2=y_1-y_2$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$-6(y_1-y_2)+(y_1+y_2)(y_1-y_2)=0$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$y_1\ne 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fact that parallel chords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$y^2=6\left(x-\frac32\right)$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fact that parallel chords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$y_1+y_2=\frac{4a}{m}$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chord ends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$y^2=6x-9=6\left(x-\frac32\right)$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chord 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$Y_1^2-Y_2^2=4a(X_1-X_2)$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$Y_1+Y_2=\frac{4a}{m}$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$m=\frac{Y_1-Y_2}{X_1-X_2}$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$y_1+y_2=\frac{6}{1}=6$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distance to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distance to the imaginary axis: a parabola with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chord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midpoints of parallel chords lie on a line parallel to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direction of the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$|z-p|=\mathrm{Re}(z)$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distance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distance to the imaginary axis: a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chord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$y_1+y_2=\frac{4a}{m}$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midpoints of parallel chords lie on a line parallel to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direction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positive integer,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$\frac{(2i)^n}{(1-i)^{n-2}}$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positive integer,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complex numbers, Polar form and argument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reduce the quotient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positive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$(1-i)^2=-2i$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reduce the quotient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$2^m(-i)^m$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$m=\frac{n+2}2$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positive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$4\mid 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$(1-i)^2=1-2i+i^2=-2i$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$(1-i)^{n-2}=\left((1-i)^2\right)^{\frac{n-2}2}=(-2i)^{\frac{n-2}2}$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$\frac{(2i)^n}{(-2i)^{\frac{n-2}2}}=\frac{(2i)^n}{(-1)^{\frac{n-2}2}(2i)^{\frac{n-2}2}}=\frac{(2i)^{\frac{n+2}2}}{(-1)^{\frac{n-2}2}}$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$m=\frac{n+2}2$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$(-1)^{\frac{n-2}2}=(-1)^{m-2}=(-1)^m$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$\frac{2^mi^m}{(-1)^m}=2^m(-i)^m$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smaller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has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multiple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even real. Hence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$2^m(-i)^m$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$(-i)^m=1$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$n=2m-2=6$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$\frac{(2i)^6}{(1-i)^4}=\frac{-64}{(-2i)^2}=\frac{-64}{-4}=16$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smaller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has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$\frac{(3n-2)\pi}4$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even real. Hence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handles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once: positivity is a condition on the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handles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once: positivity is a condition on the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real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even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$2i=2e^{i\pi/2}$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$1-i=\sqrt2e^{-i\pi/4}$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$\frac{(2i)^n}{(1-i)^{n-2}}=\frac{2^ne^{in\pi/2}}{2^{\frac{n-2}2}e^{-i(n-2)\pi/4}}=2^{\frac{n+2}2}e^{i\left(\frac{n\pi}2+\frac{(n-2)\pi}4\right)}=2^{\frac{n+2}2}e^{i\frac{(3n-2)\pi}4}$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real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$\frac{3n-2}4$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even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$3n-2\equiv0\pmod8$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$3n\equiv2\pmod8$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modulus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integer: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$3\cdot3\equiv1\pmod8$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$n\equiv3\cdot2=6\pmod8$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modulus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integer: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solves every ``least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'' question by a congruence.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$(1-i)^2=-2i$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$(1+i)^2=2i$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$\varphi\equiv0\pmod{2\pi}$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solves every ``least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'' question by a congruence.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$i^m=1\iff4\mid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$(-i)^m=1\iff4\mid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$z=\frac{1-i\sqrt3}2$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$21+\left(z+\frac1z\right)^3+\left(z^2+\frac1{z^2}\right)^3+\left(z^3+\frac1{z^3}\right)^3+\cdots+\left(z^{21}+\frac1{z^{21}}\right)^3$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Periodicity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$\cos\frac{n\pi}{3}$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repeats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$z=e^{-i\pi/3}$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$z^n+\frac1{z^n}=2\cos\frac{n\pi}3$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repeats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residues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residues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$z=\frac{1-i\sqrt3}2=e^{-i\pi/3}$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$z^n+\frac1{z^n}=e^{-in\pi/3}+e^{in\pi/3}=2\cos\frac{n\pi}3$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$n=6k+1\to1$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$n=6k+2\to-1$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$n=6k+3\to-2$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$n=6k+4\to-1$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$n=6k+5\to1$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residues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$n=1,7,13,19$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$2,8,14,20$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$3,9,15,21$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residues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$4,10,16$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$5,11,17$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$6,12,18$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cubes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cubes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$=4(1)^3+4(-1)^3+4(-2)^3+3(-1)^3+3(1)^3+3(2)^3$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$=4-4-32-3+3+24=-8$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$21+(-8)=13$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$\left(a+\frac1a\right)^3=a^3+\frac1{a^3}+3\left(a+\frac1a\right)$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$a=z^n$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$\sum_{n=1}^{21}\left(z^n+\frac1{z^n}\right)^3=\sum_{n=1}^{21}\left(z^{3n}+z^{-3n}\right)+3\sum_{n=1}^{21}\left(z^n+z^{-n}\right)$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$z^3=e^{-i\pi}=-1$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$z^{3n}+z^{-3n}=2(-1)^n$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$\sum_{n=1}^{21}2(-1)^n=2(-11+10)=-2$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six consecutive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$z^n+z^{-n}=2\cos\frac{n\pi}3$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$1,-1,-2,-1,1,2$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six consecutive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$n=19,20,21$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$1+(-1)+(-2)=-2$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$=21+(-2)+3(-2)=13$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with the same period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full period of a sixth root of unity,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incomplete last block of terms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$z^n+z^{-n}=2\cos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with the same period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$\left(a+\frac1a\right)^3=a^3+\frac1{a^3}+3\left(a+\frac1a\right)$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full period of a sixth root of unity,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$\sum_{n}z^n=0$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incomplete last block of terms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 – 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three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infinite set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$A=\{z\in\mathbb{C}:1\le|z-(1+i)|\le2\}$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 A:|z-(1-i)|=1\}$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three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infinite set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and locus in the Argand plane: annulus and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distances from the common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varying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whole arc of it lies in the annulus.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$|z-(1-i)|=1$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distances from the common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varying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whole arc of it lies in the annulus.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annulus between the concentric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points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annulus between the concentric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$S_1:|z-(1+i)|=1$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$S_2:|z-(1+i)|=2$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points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$S_3:|z-(1-i)|=1$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nearest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farthest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point moves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continuously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arc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distance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arc contains infinitely many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farthest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point moves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continuously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arc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distance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arc contains infinitely many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is an infinite set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the annulus condition as an inequality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the annulus condition as an inequality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a whole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points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$(1+\cos\theta,\,-1+\sin\theta)$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$\cos^2\theta+(\sin\theta-2)^2=5-4\sin\theta$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$1\le5-4\sin\theta\le4$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$\frac14\le\sin\theta\le1$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a whole interval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points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is an infinite set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has distances ranging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that range overlaps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interval, the circle meets the annulus in an arc (infinitely many points); a single point or two points arise only for tangency or at the ends of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Parametrising a circle turns ``distance'' conditions into simple trigonometric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has distances ranging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$[\,|d-r|,\,d+r\,]$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that range overlaps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$[r_1,r_2]$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interval, the circle meets the annulus in an arc (infinitely many points); a single point or two points arise only for tangency or at the ends of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Parametrising a circle turns ``distance'' conditions into simple trigonometric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complex plane pass through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complex plane pass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$z_2=4+3i$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$z_3=5i$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$z(\ne 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$\tan^{-1}\left(\frac2{\sqrt5}\right)-\pi$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$\tan^{-1}\left(\frac{24}7\right)-\pi$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$\tan^{-1}(3)-\pi$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$\tan^{-1}\left(\frac34\right)-\pi$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through three points, Slopes of perpendicular lines, Argument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points all lie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perpendicular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meets the circle again at one easily found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points all lie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perpendicular chord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meets the circle again at one easily found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$9+16=16+9=0+25=25$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$BC=\frac{3-5}{4-0}=-\frac12$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$AP\perp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$y-4=2(x-3)$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third quadrant,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$x^2+(2(x-1))^2=25$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$5x^2-8x-21=0$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$(x-3)(5x+7)=0$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$y=2\left(-\frac75-1\right)=-\frac{24}5$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$z=-\frac75-\frac{24}5i$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third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z=\tan^{-1}\frac{24}7-\pi$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$\tan^{-1}\left(\frac{24}7\right)-\pi$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z=\frac{R^2}z$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$pa=-bc$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points lie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points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a=\frac{25}a$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$AP\perp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$\frac{p-a}{c-b}$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$\frac{p-a}{c-b}+\overline{\left(\frac{p-a}{c-b}\right)}=0$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$\overline{p-a}=\frac{25(a-p)}{pa}$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$\overline{c-b}=\frac{25(b-c)}{bc}$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$\overline{\left(\frac{p-a}{c-b}\right)}=\frac{(p-a)\,bc}{pa\,(c-b)}$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in the third quadrant: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$\frac{p-a}{c-b}\left(1+\frac{bc}{pa}\right)=0$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$p=-\frac{bc}a$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$bc=(4+3i)(5i)=-15+20i$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$p=\frac{15-20i}{3+4i}=\frac{(15-20i)(3-4i)}{25}=\frac{-35-120i}{25}=-\frac75-\frac{24}5i$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in the third quadrant: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p=\tan^{-1}\frac{24}7-\pi$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$\tan^{-1}\left(\frac{24}7\right)-\pi$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on a circle centred at the origin: check that they have a common modulus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in the third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on a circle centred at the origin: check that they have a common modulus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z=\frac{R^2}z$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in the third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$\arg=\tan^{-1}\frac yx-\pi$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z_1=i\bar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$\arg\left(\frac{z_1}{\bar z_2}\right)=\pi$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z_1=-\frac{3\pi}4$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Argument of complex numbers: properties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Argument of complex numbers: properties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and subtract the two argument equations, but keep them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and subtract the two argument equations, but keep them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$2\arg z_1\equiv\frac\pi2$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arguments: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z_1=i\bar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$-\arg z_1\equiv\frac\pi2-\arg z_2\pmod{2\pi}$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$-\arg z_1+\arg z_2\equiv\frac\pi2$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$\arg\frac{z_1}{\bar z_2}=\pi$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z_1-\arg\bar z_2\equiv\pi$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z_1+\arg z_2\equiv\pi\pmod{2\pi}$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$2\arg z_1\equiv\frac\pi2\pmod{2\pi}$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$\frac\pi4+\pi\equiv-\frac{3\pi}4$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case,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second case: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principal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also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C, the keyed answer) is possible, but so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 Options (A) and (B)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impossible. The intended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z_2=\pi-\arg z_1=\frac{3\pi}4$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case,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z_2=\pi+\frac{3\pi}4\equiv-\frac\pi4$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second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$z_2=re^{-i\pi/4}$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$z_1=-iz_2=re^{-3\pi 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$\frac{z_1}{\bar z_2}=e^{-3\pi i/4-i\pi/4}=e^{-i\pi}=-1$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also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C, the keyed answer) is possible, but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 Options (A) and (B)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impossible. The intended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(as keyed; 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(D) also satisfies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$\arg z_1=\frac\pi4$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(as keyed; note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$\arg z_1=-\frac{3\pi}4$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(D) also satisfies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 the second condition say that the quotient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$z_2=re^{i\varphi}$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 the second condition say that the quotient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$z_2=re^{i\varphi}$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z_1=i\bar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$z_1=-iz_2=re^{i(\varphi-\pi/2)}$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$\frac{z_1}{\bar z_2}=\frac{re^{i(\varphi-\pi/2)}}{re^{-i\varphi}}=e^{i(2\varphi-\pi/2)}$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conclusion, options (C) (and also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$\arg\frac{z_1}{\bar z_2}=\pi$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$2\varphi-\frac\pi2\equiv\pi\pmod{2\pi}$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$2\varphi\equiv\frac{3\pi}2$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z_1=\varphi-\frac\pi2=\frac\pi4$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conclusion, options (C) (and also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(as keyed; 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(D) also satisfies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$\arg z_1=\frac\pi4$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(as keyed; note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$\arg z_1=-\frac{3\pi}4$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(D) also satisfies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on arguments hold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such a congruence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produces two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real number; check a candidate by building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on arguments hold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such a congruence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produces two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$\arg\bar z=-\arg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$\arg(iz)=\arg z+\frac\pi2$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$\arg\frac{z_1}{z_2}\equiv\arg z_1-\arg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w=\pi$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real number; check a candidate by building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portion of a circle centred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second and third quadrants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portion of a circle centred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second quadrant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portion of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third quadrant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$A=\left\{z\in\mathbb{C}:\left|\frac{z+1}{z-1}\right|&lt;1\right\}$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$B=\left\{z\in\mathbb{C}:\arg\left(\frac{z-1}{z+1}\right)=\frac{2\pi}3\right\}$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portion of a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second and third quadrants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portion of a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second quadrant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portion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lies in the third quadrant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Region: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(half-plane), Locus: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 of a circle)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Region: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$|z-a|&lt;|z-b|$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(half-plane),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 of a circle)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arc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of a circle centred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arc above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of a circle centred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left 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$\left|\frac{z+1}{z-1}\right|&lt;1\Rightarrow|z+1|&lt;|z-1|\Rightarrow(x+1)^2+y^2&lt;(x-1)^2+y^2\Rightarrow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left 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positive: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the arc of this circle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end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$\arg\frac{z-1}{z+1}=\frac{2\pi}3$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y{x-1}-\tan^{-1}\frac y{x+1}=\frac{2\pi}3$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$\frac{2y}{x^2+y^2-1}=\tan\frac{2\pi}3=-\sqrt3$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$x^2+y^2+\frac{2y}{\sqrt3}-1=0$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$\sqrt{1+\frac13}=\frac2{\sqrt3}$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$\mathrm{Im}\frac{z-1}{z+1}=\frac{2y}{|z+1|^2}&gt;0$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the arc of this circle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end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this arc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left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i.e. the second quadrant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portion of the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second quadrant only: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this arc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left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i.e. the second quadrant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portion of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second quadrant only: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portion of a circle centred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that lies in the second quadrant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portion of a circle centred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that lies in the second quadrant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inscribed-angle theorem: the chord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the obtuse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minor arc.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inscribed-angle theorem: the chord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the obtuse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minor arc.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subtends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$\arg\frac{z-1}{z+1}=\frac{2\pi}3$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$=2R\sin\frac{2\pi}3=\sqrt3R$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is obtuse,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minor arc and the centre is on the opposite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axis,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minor arc above the axis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keep its left half, which is in the second quadrant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is obtuse,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minor arc and the centre is on the opposite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$\sqrt{R^2-1}=\frac1{\sqrt3}$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axis,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minor arc above the axis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keep its left half, which is in the second quadrant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portion of a circle centred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that lies in the second quadrant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portion of a circle centred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$\left(0,-\frac1{\sqrt3}\right)$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that lies in the second quadrant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open half-plane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subtending the inscribed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on the same side as the arc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opposite side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$|z-a|&lt;|z-b|$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open half-plane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subtending the inscribed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on the same side as the arc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opposite side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polygon, whose vertices are the non-real roots of the equation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polygon, whose vertices are the non-real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z=iz^2$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regular polygons,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of a polygon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regular polygons,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of a polygon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moduli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points on the unit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moduli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points on the unit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real root, not a vertex); otherwise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z=iz^2$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z|=|iz^2|$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$|z|\left(|z|-1\right)=0$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real root, not a vertex);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z=iz^2$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z=iz^3$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three are non-real.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$z^3=e^{i\left(-\frac\pi2+2k\pi\right)}$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$z=e^{i\,\frac{-\frac\pi2+2k\pi}3}$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$z_0=e^{-i\pi/6}=\left(\frac{\sqrt3}2,-\frac12\right)$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$z_1=e^{i\pi/2}=(0,1)$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$z_2=e^{i7\pi/6}=\left(-\frac{\sqrt3}2,-\frac12\right)$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three are non-real.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$=\frac12\left|\begin{matrix}\frac{\sqrt3}2&amp;-\frac12&amp;1\\0&amp;1&amp;1\\-\frac{\sqrt3}2&amp;-\frac12&amp;1\end{matrix}\right|=\frac12\cdot\frac{3\sqrt3}2=\frac{3\sqrt3}4$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$\frac{3\sqrt3}4$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the unit circle, so they form an equilateral triangle of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the unit circle, so they form an equilateral triangle of circumradius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points spaced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form an equilateral triangle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$re^{-i\theta}=ir^2e^{2i\theta}$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$e^{-3i\theta}=i$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$-3\theta=\frac\pi2+2k\pi$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$\theta=-\frac\pi6,\ \frac\pi2,\ 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points spaced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form an equilateral triangle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$\frac{3\sqrt3}4R^2=\frac{3\sqrt3}4$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$\frac{3\sqrt3}4$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inscribed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moduli first, then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inscribed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$|z|=|c|^{1/n}$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$\frac12nR^2\sin\frac{2\pi}n$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z=f(z)$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moduli first, then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of intersection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$|z-(4+3i)|=2$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$|z|+|z-4|=6$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Ellipse: sum of focal distances, Circle and ellipse: number of intersection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circle has a point inside the ellipse and a point outside it, and its upper half cannot touch the ellipse at all.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major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its points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$|z-(4+3i)|=2$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$(x-4)^2+(y-3)^2=2^2$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$|z|+|z-4|=6$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major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$b^2=a^2(1-e^2)=9-4=5$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$\frac{(x-2)^2}9+\frac{y^2}5=1$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its points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$|y|\le\sqrt5&lt;3$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lowest point of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ellipse.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half of the circle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outside the ellipse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ellipse. So going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(inside) to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(outside) the circle crosses the ellipse once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circle meets the ellipse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(figure; a numerical check of the sign changes around the circle finds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lowest point of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$S_1=\frac{(4-2)^2}9+\frac{1^2}5-1=-\frac{16}{45}&lt;0$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ellipse.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half of the circle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outside the ellipse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$y\le\sqrt5&lt;3$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ellipse. So going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(inside) to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(outside) the circle crosses the ellipse once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circle meets the ellipse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(figure; a numerical check of the sign changes around the circle finds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semi-major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crossings of a closed curve with an ellipse, test points of the curve for inside/outside and use bounds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rule out whole arcs.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$|z-a|+|z-b|=2k$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$2k&gt;|a-b|$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semi-major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$c=\frac{|a-b|}2$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$b^2=k^2-c^2$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$\frac{(x-h)^2}{a^2}+\frac{(y-k)^2}{b^2}=1$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$S_1=\frac{(x_1-h)^2}{a^2}+\frac{(y_1-k)^2}{b^2}-1$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crossings of a closed curve with an ellipse, test points of the curve for inside/outside and use bounds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rule out whole arcs.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some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solution,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some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$a=\alpha-i\beta$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$4ix+(1+i)y=0$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$8\left(\cos\frac{2\pi}3+i\sin\frac{2\pi}3\right)x+\bar ay=0$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solution,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equations: non-trivial solution, Complex numbers: conjugate and polar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with more than one solution has a vanishing determinant: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with more than one solution has a vanishing determinant: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$\frac{4i}{8\omega}=\frac{1+i}{\bar 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solution iff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coefficient ratios are equal: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solution iff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coefficient ratios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$\frac{4i}{8\left(\cos\frac{2\pi}3+i\sin\frac{2\pi}3\right)}=\frac{1+i}{\bar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$\cos\frac{2\pi}3+i\sin\frac{2\pi}3=-\frac12+i\frac{\sqrt3}2$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$\frac{i}{2\left(-\frac12+i\frac{\sqrt3}2\right)}=\frac{1+i}{\alpha+i\beta}$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$i(\alpha+i\beta)=(1+i)\cdot2\left(-\frac12+i\frac{\sqrt3}2\right)=(1+i)\left(-1+i\sqrt3\right)$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real and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 i+i^2\beta=-\beta+\alpha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$=-1+i\sqrt3-i+i^2\sqrt3=\left(-1-\sqrt3\right)+\left(\sqrt3-1\right)i$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real and 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$\frac\alpha\beta=\frac{\sqrt3-1}{\sqrt3+1}=\frac{\left(\sqrt3-1\right)^2}2=\frac{4-2\sqrt3}2=2-\sqrt3$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equation and substitute: 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condition on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equation and substitute: a non-zero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second: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$y=-\frac{4i}{1+i}x=-2i(1-i)x=(-2-2i)x$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$\left[8\omega-2(1+i)\bar a\right]x=0$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$\omega=\cos\frac{2\pi}3+i\sin\frac{2\pi}3$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than one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than one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a=\frac{4\omega}{1+i}=2\omega(1-i)=\left(-1+i\sqrt3\right)(1-i)=\left(\sqrt3-1\right)+\left(\sqrt3+1\right)i$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linear system has a non-trivial solution iff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holds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be careful which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linear system has a non-trivial solution iff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holds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$\frac{\sqrt3-1}{\sqrt3+1}=2-\sqrt3=\tan15^\circ$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$a=\alpha-i\beta$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be careful which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$a,\bar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3033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$1+x^2+x^4=0$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$\alpha^{1011}+\alpha^{2022}-\alpha^{3033}$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$1+2\alpha$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unity, Polynomial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unity, Polynomial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$x^4+x^2+1=0$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root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both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$1+x^2+x^4=(1+x+x^2)(1-x+x^2)$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root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$\alpha^3=\pm1$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answer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both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3033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$1+x^2+x^4=(x^2+1)^2-x^2=\left(1+x+x^2\right)\left(1-x+x^2\right)=0$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$\alpha^{1011}+\alpha^{2022}-\alpha^{3033}=\left(\alpha^3\right)^{337}+\left(\alpha^3\right)^{674}-\left(\alpha^3\right)^{1011}$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$(-1)^{337}+(-1)^{674}-(-1)^{1011}=-1+1+1=1$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root, so exponents reduce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cubes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root, so exponents reduce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cubes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3033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3033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$(x^2-1)(x^4+x^2+1)=x^6-1$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$1+x^2+x^4=0$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$1011=6\cdot168+3$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$2022=6\cdot337$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$3033=6\cdot505+3$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$\alpha^{1011}=\alpha^3$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$\alpha^{2022}=1$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$\alpha^{3033}=\alpha^3$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$\alpha^{1011}+\alpha^{2022}-\alpha^{3033}=\alpha^3+1-\alpha^3=1$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roots are the primitive 3rd and 6th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every exponent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exponents differing by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equal powers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assume a quartic has only the two roots you recognise: list all four before simplifying.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$x^4+x^2+1=(x^2+x+1)(x^2-x+1)$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$(x^2-1)(x^4+x^2+1)=x^6-1$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roots are the primitive 3rd and 6th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every exponent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exponents differing by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equal powers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$2022=6\cdot337$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assume a quartic has only the two roots you recognise: list all four before simplifying.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principal argument of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at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at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nowhere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infinitely many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principal argument of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$\arg(z-1)-\arg(z+1)=\frac\pi4$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at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at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nowhere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infinitely many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(arc), Maximum modulus on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$\arg(z-1)-\arg(z+1)=\theta$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(arc), Maximum modulus on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major arc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points all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major arc of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$x^2+(y-1)^2=2$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points all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$|z|\le1+\sqrt2&lt;3$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inscribed-angle theorem the chord subtends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chord, on the side of the arc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$\arg(z-1)-\arg(z+1)=\frac\pi4$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inscribed-angle theorem the chord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$2\cdot\frac\pi4=\frac\pi2$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AKB=90^\circ$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$KA=KB=r$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chord, on the side of the arc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the major arc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point farthest from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of the locus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never meets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curves intersect nowhere,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the major arc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point farthest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$LP=LK+KP=1+\sqrt2$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of the locus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$|z|\le1+\sqrt2\approx2.41&lt;3$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never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curves intersect nowhere,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nowhere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algebraically: the argument condition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incompatible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algebraically: the argument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$x^2+y^2-1=2y$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incompatible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take the tangent of the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take the tangent of the 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$\tan\left[\arg(z-1)-\arg(z+1)\right]=\frac{\frac y{x-1}-\frac y{x+1}}{1+\frac{y^2}{x^2-1}}=\frac{2y}{x^2+y^2-1}$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$\frac{2y}{x^2+y^2-1}=1$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no point satisfies both conditions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$|y|\le|z|=3$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no point satisfies both conditions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nowhere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arc above the real axis of the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a circle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whether two loci meet, compare ranges of a quantity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arc) instead of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$\arg(z-1)-\arg(z+1)=\theta$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arc above the real axis of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$(0,\cot\theta)$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a circle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$LK+r$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whether two loci meet, compare ranges of a quantity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$|z|\in[\,\cdot\,,1+\sqrt2\,]$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arc) instead of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Q29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closest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$S=\{z\in\mathbb{C}:|z-3|\le1\ \text{and}\ z(4+3i)+\bar z(4-3i)\le24\}$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closest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in the Argand plane: disc and half-plane, Closest point of a disc to a given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disc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allowed side, so the nearest point is the nearest point of the disc, on the line from the centre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$4x-3y\le12$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allowed side, so the nearest point is the nearest point of the disc, on the line from the centre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on the allowed side of the line, and the closest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closest point of the disc if it also satisfies this inequality.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$z(4+3i)+\bar z(4-3i)=2\,\mathrm{Re}\left[(x+iy)(4+3i)\right]=2(4x-3y)\le24$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$4i=(0,4)$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$4(0)-3(4)=-12\le12$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on the allowed side of the line, and the closest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closest point of the disc if it also satisfies this inequality.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nearest point of the disc is on this segment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nearest point of the disc is on this segment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$P=(3-\cos\theta,\sin\theta)$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$P=\left(3-\frac35,\frac45\right)=\left(\frac{12}5,\frac45\right)$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$4\cdot\frac{12}5-3\cdot\frac45=\frac{36}5\le12$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$\alpha+\beta=\frac{16}5$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$25(\alpha+\beta)=80$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circle: the squared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minimum comes from the amplitude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circle: the squared distance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$26+6\cos t-8\sin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minimum comes from the amplitude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$\sqrt{6^2+8^2}=10$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squared distance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squared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$(3+\cos t,\sin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squared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$(3+\cos t)^2+(\sin t-4)^2=26+6\cos t-8\sin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$6\cos t-8\sin t\ge-\sqrt{6^2+8^2}=-10$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t,\sin t)=\left(-\frac35,\frac45\right)$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squared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Interior points of the disc are farther,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$\left(3-\frac35,\frac45\right)=\left(\frac{12}5,\frac45\right)$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$4x-3y=\frac{36}5\le12$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Interior points of the disc are farther,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$25\left(\frac{12}5+\frac45\right)=80$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Closest point of a disc to an outside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segment from the centre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 Always verify it satisfies the other constraints of the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a+\bar za=2\,\mathrm{Re}(\bar az)$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$z(4+3i)+\bar z(4-3i)\le24$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Closest point of a disc to an outside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segment from the centre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 Always verify it satisfies the other constraints of the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t+b\sin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$\left[-\sqrt{a^2+b^2},\sqrt{a^2+b^2}\right]$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$\left|\sum_{n=1}^{15}\left(z^n+(-1)^n\frac1{z^n}\right)^2\right|$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unity: sums of powers, Geometric progression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square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geometric sums vanish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square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$z^{2n}+z^{-2n}+2(-1)^n$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geometric sums vanish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$\left(z^n+(-1)^n\frac1{z^n}\right)^2=z^{2n}+\frac1{z^{2n}}+2(-1)^n$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$\sum_{n=1}^{15}\left(\ldots\right)^2=\sum_{n=1}^{15}z^{2n}+\sum_{n=1}^{15}\frac1{z^{2n}}+2\sum_{n=1}^{15}(-1)^n$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$\sum_{n=1}^{15}z^{2n}=\frac{z^2\left(z^{30}-1\right)}{z^2-1}=0$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$z^{30}=1$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reason.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(fifteen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third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$\sum_{n=1}^{15}\frac1{z^{2n}}=\frac{\frac1{z^2}\left(\frac1{z^{30}}-1\right)}{\frac1{z^2}-1}=0$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reason.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$\sum_{n=1}^{15}(-1)^n=-1$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(fifteen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$-1+1-\cdots-1$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third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$|0+0-2|=2$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Tabulate the real values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instead of summing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Tabulate the real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$z^{2n}+z^{-2n}$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instead of summing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by symmetry).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ten other terms contribute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so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modulus of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by symmetry).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$z^{2n}+z^{-2n}=\omega^{2n}+\omega^{-2n}$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$\omega^2+\omega=-1$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ten other terms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so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$2\sum_{n=1}^{15}(-1)^n=-2$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modulus of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block of three consecutive powers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$1+z+z^2=0$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block of three consecutive powers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$\sum_{n=1}^{3m}z^n=0$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$\left(a+\frac\varepsilon a\right)^2=a^2+\frac1{a^2}+2\varepsilon$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$\sum_{n=1}^{m}(-1)^n=-1$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$\{z=a+ib\in\mathbb{C}:a,b\in\mathbb{Z}\ \text{and}\ 1&lt;|z-3+2i|&lt;4\}$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Lattice points in an annulus, Modulus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the integer points by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$u=a-3$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$v=b+2$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$1&lt;u^2+v^2&lt;16$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the integer points by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$u^2+v^2$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integer points strictly between the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occur (sums of two squares)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$|z-3+2i|=\sqrt{(a-3)^2+(b+2)^2}$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$1&lt;(a-3)^2+(b+2)^2&lt;16$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integer points strictly between the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$v=b+2$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$1&lt;u^2+v^2&lt;16$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occur (sums of two squares)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$2,4,5,8,9,10,13$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$(\pm2,0),(0,\pm2)$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$(\pm1,\pm2),(\pm2,\pm1)$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$(\pm3,0),(0,\pm3)$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$(\pm1,\pm3),(\pm3,\pm1)$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$(\pm2,\pm3),(\pm3,\pm2)$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$=4+4+8+4+4+8+8=40$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row by row: for each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allowed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row by row: for each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allowed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each,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$1&lt;u^2&lt;16$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$0&lt;u^2&lt;15$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each,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$u^2&lt;12$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$u^2+4&gt;1$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each,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each,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$u^2+16&lt;16$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$4+12+14+10=40$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in an annulus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by the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sums of two squares occur) or row by row, using the symmetry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with the Gauss circle counts: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strict versus non-strict inequalities: the points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in an annulus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$r_1&lt;\sqrt{u^2+v^2}&lt;r_2$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by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sums of two squares occur) or row by row, using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u,\pm 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with the Gauss circle counts: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$N(u^2+v^2\le16)=49$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$N(\le15)=45$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$N(\le1)=5$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$45-5=40$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strict versus non-strict inequalities: the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modulus of all the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modulus of all the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z=iz^2+z^2-z$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of moduli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of moduli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separate real and imaginary parts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sides: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$2x=(1+i)z^2$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separate real and imaginary parts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gives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Imaginary part: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this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z+z=(1+i)z^2$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$2x=(1+i)\left(x^2-y^2+2ixy\right)$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$(1+i)\left(x^2-y^2+2ixy\right)=\left(x^2-y^2-2xy\right)+i\left(x^2-y^2+2xy\right)$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$2x=x^2-y^2-2xy$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$x^2-y^2=-2xy$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this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$2x=-4xy$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$x(1+2y)=0$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(2)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(2)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are three solutions. Sum of the squares of the moduli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(2)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(2)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$x^2-\frac14-x=0$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$x=\frac{1\pm\sqrt2}2$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$z=\frac{1+\sqrt2}2-\frac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$z=\frac{1-\sqrt2}2-\frac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are three solutions. Sum of the squares of the moduli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$=0+\left[\left(\frac{1+\sqrt2}2\right)^2+\frac14\right]+\left[\left(\frac{1-\sqrt2}2\right)^2+\frac14\right]$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$=\frac{3+2\sqrt2}4+\frac{3-2\sqrt2}4+\frac12=\frac32+\frac12=2$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roots; Vieta then gives the sum without finding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$z^2=x(1-i)$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$|z|^2=x^2+\frac14=x+\frac12$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roots; Vieta then gives the sum without finding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real roots whose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z+z=(1+i)z^2$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$2x=(1+i)z^2$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$z^2=\frac{2x}{1+i}=x(1-i)$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$z^2=x^2-y^2+2ixy$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$x^2-\frac14=x$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real roots whose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the two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$|z|^2=x^2+\frac14=\left(x+\frac14\right)+\frac14=x+\frac12$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the two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$(x_1+x_2)+1=1+1=2$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the left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number, which simplifies the split.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this sign before equating real and imaginary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over the roots of a quadratic of a quantity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Vieta: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z=f(z)$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the left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$2\,\mathrm{Re}\,z$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number, which simplifies the split.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$(1+i)(A+iB)=(A-B)+i(A+B)$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this sign before equating real and imaginary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over the roots of a quadratic of a quantity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 its minimum and maximum values, respectively,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$S=\left\{z\in\mathbb{C}:|z-2|\le1,\ z(1+i)+\bar z(1-i)\le2\right\}$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$|z-4i|$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 its minimum and maximum values, respectively,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$5\left(|z_1|^2+|z_2|^2\right)=\alpha+\beta\sqrt5$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in the Argand plane: disc and half-plane, Nearest and farthest points of a region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part of the disc above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nearest point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line to the centre and the farthest is a corner of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part of the disc above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nearest point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line to the centre and the farthest is a corner of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disc above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(shaded in the 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z(1-i)=2(x-y)\le2$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$(x-2)^2+(x-1)^2=1$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disc above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(shaded in the figure).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nearest point of the disc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between them only dips towards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returns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nearest point of the disc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$z_1=A+\frac{P-A}{|PA|}=\left(2-\frac1{\sqrt5},\frac2{\sqrt5}\right)$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$|z_1|^2=\left(2-\frac1{\sqrt5}\right)^2+\frac45=4-\frac4{\sqrt5}+\frac15+\frac45=5-\frac{4\sqrt5}5$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$PB^2=2^2+3^2=13$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$PC^2=1^2+4^2=17$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between them only dips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returns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$5\left(|z_1|^2+|z_2|^2\right)=5\left(6-\frac{4\sqrt5}5\right)=30-4\sqrt5$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arc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$z=2+e^{it}$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$t\in\left[\frac\pi2,\pi\right]$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$|z-4i|^2=21+4\cos t-8\sin t=21+4\sqrt5\cos(t+\varphi)$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$\tan\varphi=2$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arc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arc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$z=2+e^{it}$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$|z|^2=5+4\cos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$|z-4i|^2=(2+\cos t)^2+(\sin t-4)^2=21+4\cos t-8\sin t=21+4\sqrt5\cos(t+\varphi)$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$\cos(t+\varphi)=-1$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t=-\frac1{\sqrt5}$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$|z_1|^2=5+4\cos t=5-\frac4{\sqrt5}$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on the arc is at the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end-point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overall farthest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on the arc is at the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$21-4=17$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end-point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overall farthest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$5\left(5-\frac4{\sqrt5}+1\right)=30-4\sqrt5$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a region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if that point is in the region; farthest point: compare the corners and the arc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writing the answer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$z=c+re^{it}$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$|z|^2=|c|^2+r^2+2r\,\mathrm{Re}\left(\bar c\,e^{it}\right)$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$|z|^2=5+4\cos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a region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if that point is in the region; farthest point: compare the corners and the arc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t+b\sin t=\sqrt{a^2+b^2}\cos(t-\varphi)$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$\frac{4}{\sqrt5}=\frac{4\sqrt5}5$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writing the answer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Q34 – Q44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$x^4+x^3+x^2+x+1=0$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$\alpha^{2021}+\beta^{2021}+\gamma^{2021}+\delta^{2021}$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unity: sum of powers,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unity: sum of powers,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$x^4+x^3+x^2+x+1$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the non-trivial fifth roots of unity;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powers just permute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the non-trivial fifth roots of unity;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coprime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powers just permute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fifth roots of unity other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$x^4+x^3+x^2+x+1=0\iff\frac{x^5-1}{x-1}=0$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 i/5},e^{4\pi i/5},e^{6\pi i/5},e^{8\pi i/5}$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fifth roots of unity other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fifth roots of unity raised to a power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fifth roots of unity,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fifth roots of unity raised to a power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fifth roots of unity,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$2021=5\cdot404+1$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$1^{2021}+\alpha^{2021}+\beta^{2021}+\gamma^{2021}+\delta^{2021}=0$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$1^{2021}=1$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$\alpha^{2021}+\beta^{2021}+\gamma^{2021}+\delta^{2021}=-1$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sum is just the sum of the roots, given by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$x^5=1$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$x^{2021}=x^{2021\bmod5}=x$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sum is just the sum of the roots, given by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root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 𝑜𝑓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 𝑜𝑓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$\frac{x^5-1}{x-1}=0$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$2021=5\cdot404+1$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$\alpha^{2021}=\alpha$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$\alpha+\beta+\gamma+\delta=-\frac{\text{coefficient of }x^3}{\text{coefficient of }x^4}=-1$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non-trivial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the exponent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Vieta gives the power sums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$1+x+\cdots+x^{n-1}=0$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non-trivial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$1+x+x^2+x^3+x^4=0$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$\sum\omega_j^k=-1$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$5\nmid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the exponent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Vieta gives the power sums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$S_n=\left\{z\in\mathbb{C}:|z-3+2i|=\frac n4\right\}$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$T_n=\left\{z\in\mathbb{C}:|z-2+3i|=\frac1n\right\}$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$\{n\in\mathbb{N}:S_n\cap T_n=\phi\}$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in the Argand plane: relative position of two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circles are disjoint if they are apart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or nested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nested case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circles are disjoint if they are apart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$d&gt;r_1+r_2$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or nested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$d&lt;|r_1-r_2|$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nested case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between the centres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two circles do not meet: either they are apart,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(Case 1), or one lies inside the other,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(Case 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between the centres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$S_n\cap T_n=\phi$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two circles do not meet: either they are apart,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$C_1C_2&gt;\frac n4+\frac1n$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(Case 1), or one lies inside the other,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$C_1C_2&lt;\left|\frac n4-\frac1n\right|$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(Case 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increases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(fail)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expression increases without bound, so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$\sqrt2&gt;\frac n4+\frac1n$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$1.25,\ 1,\ 1.08,\ 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$\sqrt2\approx1.414$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increases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$\sqrt2&lt;\left|\frac{n^2-4}{4n}\right|$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$1.05,\ 1.33$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(fail)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$1.61&gt;\sqrt2$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expression increases without bound, 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PDF finds the same two cases (``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 solutions'') but its key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Case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key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answer only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read as discs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discs are disjoint only when the circles are apart,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$S_n\cap T_n=\phi$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PDF finds the same two cases (``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 solutions'') but its key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Case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key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answer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$S_n,T_n$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read as discs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discs are disjoint only when the circles are apart,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Infinitely many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every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so none of the options is literally correct; the key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counts only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Infinitely many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every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so none of the options is literally correct; the key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counts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$n=1,2,3,4$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the circles do meet,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find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the circles do meet,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 n4-\frac1n\right|\le\sqrt2\le\frac n4+\frac1n$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meet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meet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$\left|r_1-r_2\right|\le d\le 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 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 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n4+\frac1n\ge\sqrt2$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$1.25,1,1.08,1.25$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fails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hold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circles meet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and are disjoint for every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n4-\frac1n\right|\le\sqrt2$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fails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hold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circles meet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and are disjoint for every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Infinitely many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every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so none of the options is literally correct; the key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counts only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Infinitely many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every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so none of the options is literally correct; the key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counts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$n=1,2,3,4$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meet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disjoint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(nested).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huge and swallows the small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(nested): do not forget the nested case when counting disjoint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sets carefully: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circles (curves);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discs and ``disjoint'' then means ``apart''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meet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$|r_1-r_2|\le d\le 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disjoint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(nested).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huge and swallows the small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(nested): do not forget the nested case when counting disjoint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sets carefully: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circles (curves);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discs and ``disjoint'' then means ``apart''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minimum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$\left(\left|z-3\sqrt2\right|+\left|z-p\sqrt2\,i\right|\right)$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distances: triangle inequality, Distance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two fixed points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segment joining them, and then equals its length.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distances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two fixed points is least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segment joining them, and then equals its length.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the sum of 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the sum of 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$B(0,p\sqrt2)$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$|z-A|+|z-B|\ge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available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$AB^2=\left(3\sqrt2\right)^2+\left(p\sqrt2\right)^2=18+2p^2$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$18+2p^2=50\Rightarrow p^2=16\Rightarrow p=\pm4$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available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exactly on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degenerates to the segment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$\min_z\left(|z-a|+|z-b|\right)=|a-b|$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exactly on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$|z-a|+|z-b|=k$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ellipse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degenerates to the segment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angled isosceles triangle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hypotenuse,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angled isosceles triangle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hypotenuse,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z_2=\pi-\tan^{-1}3$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$\arg(z_1-2z_2)=-\tan^{-1}\frac43$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$|z_2|=\sqrt{10}$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$|2z_1-z_2|=5$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in the Argand plane, Right isosceles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selects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$\mathrm{Re}\,z_2&lt;0$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selects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$z_2=z_1(1+i)$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$OB=\sqrt2\,OA$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$\frac{z_2-0}{z_1-0}=\frac{|OB|}{|OA|}e^{i\pi/4}=\sqrt2e^{i\pi/4}=1+i$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$z_1(1-i)=3+i$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$z_2=(1+2i)(1+i)=1+i+2i-2=-1+3i$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$\mathrm{Re}\,z_2&lt;0$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z_2=\pi-\tan^{-1}3$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true.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$|z_2|=\sqrt{1+9}=\sqrt{10}$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$z_1-2z_2=(1+2i)-2(-1+3i)=3-4i$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$\arg(z_1-2z_2)=-\tan^{-1}\frac43$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$2z_1-z_2=2+4i+1-3i=3+i$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$|2z_1-z_2|=\sqrt{10}\ne5$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true.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$|2z_1-z_2|=5$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the right angle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the right angle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$z_2-z_1=\pm i(0-z_1)$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point as before, and checking the four statements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$z_2-z_1=\pm i(0-z_1)=\mp 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$z_2=z_1(1\mp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$z_1(1-i)=3+i$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$z_1(1+i)=-1+3i$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point as before, and checking the four statements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$|2z_1-z_2|=|3+i|=\sqrt{10}\ne5$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$|2z_1-z_2|=5$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right isosceles triangle 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``which is NOT true'' questions evaluate every option; only one should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$z'-a=e^{i\theta}(z-a)$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right isosceles triangle with 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$B-A=\pm i(O-A)$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$z_2=z_1(1\pm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``which is NOT true'' questions evaluate every option; only one should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$|z-i|-|z+5i|=0$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$x^2-y+3=0$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Locus: perpendicular bisector and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touches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$|z-i|=|z+5i|$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touches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$|z-i|=|z+5i|$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$|x+(y-1)i|=|x+(y+5)i|$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$x^2+(y-1)^2=x^2+(y+5)^2$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$(y-1)^2-(y+5)^2=0$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$(y-1)^2-(y+5)^2=(2y+4)(-6)=0$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is satisfied.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$0-4-4=-8\ne0$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$0-2-4=-6\ne0$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$0-4+4=0$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$0+2+3=5\ne0$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is satisfied.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$x+2y+4=0$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meets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points, one point or none according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point is found, substitute it into each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points, one point or none according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point is found, substitute it into each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minimum value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$v=|z|^2+|z-3|^2+|z-6i|^2$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$\left|2z_0^2-\bar z_0^3+3\right|^2+v_0^2$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Minimum of sum of squared distances (centroid), Powers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squared distances to three points is least at their centroid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squared distances to three points is least at their centroid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$z_0=1+2i$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at the centroid: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at the 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$z_0=\left(\frac{0+3+0}3,\frac{0+0+6}3\right)=(1,2)$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$v_0=|1+2i|^2+|1+2i-3|^2+|1+2i-6i|^2=|1+2i|^2+|-2+2i|^2+|1-4i|^2=5+8+17=30$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$2z_0^2=2(1+2i)^2=2(1-4+4i)=-6+8i$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z_0^3=(1-2i)^3=(1-2i)(1-4-4i)=(1-2i)(-3-4i)=-3-4i+6i+8i^2=-11+2i$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$2z_0^2-\bar z_0^3+3=(-6+8i)-(-11+2i)+3=8+6i$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$\left|2z_0^2-\bar z_0^3+3\right|^2=64+36=100$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$v_0^2=900$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$100+900=1000$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minimum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minimum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$v=x^2+y^2+(x-3)^2+y^2+x^2+(y-6)^2=3x^2+3y^2-6x-12y+45$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$v=3(x-1)^2+3(y-2)^2+45-3-12=3(x-1)^2+3(y-2)^2+30$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$v_0=30$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$\left|2z_0^2-\bar z_0^3+3\right|^2=|8+6i|^2=100$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$100+900=1000$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so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$a_1,\dots,a_n$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$\sum|z-a_k|^2=n|z-g|^2+\sum|a_k-g|^2$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so 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$(1+2i)^2=-3+4i$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$(1+2i)^3=-11-2i$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$(1-2i)^3=-11+2i$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$|a+ib|^2=a^2+b^2$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complex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real.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β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$\pi&lt;\alpha,\beta&lt;2\pi$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$\frac{1-i\sin\alpha}{1+2i\sin\alpha}$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$\frac{1+i\cos\beta}{1-2i\cos\beta}$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real.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$Z_{\alpha\beta}=\sin2\alpha+i\cos2\beta$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$\sum_{(\alpha,\beta)\in S}\left(iZ_{\alpha\beta}+\frac1{i\bar Z_{\alpha\beta}}\right)$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real and purely imaginary complex numbers,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points and the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$\sin^2\alpha=\frac12$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points and the two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imaginary: real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$\frac{1-i\sin\alpha}{1+2i\sin\alpha}\cdot\frac{1-2i\sin\alpha}{1-2i\sin\alpha}=\frac{\left(1-2\sin^2\alpha\right)-3i\sin\alpha}{1+4\sin^2\alpha}$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imaginary: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$\frac{1-2\sin^2\alpha}{1+4\sin^2\alpha}=0$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$\pi&lt;\alpha&lt;2\pi$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$\frac{1+i\cos\beta}{1-2i\cos\beta}\cdot\frac{1+2i\cos\beta}{1+2i\cos\beta}=\frac{\left(1-2\cos^2\beta\right)+3i\cos\beta}{1+4\cos^2\beta}$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real: imaginary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real: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$S=\left\{\left(\frac{5\pi}4,\frac{3\pi}2\right),\left(\frac{7\pi}4,\frac{3\pi}2\right)\right\}$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$Z=\sin2\alpha+i\cos2\beta$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$\sin\frac{7\pi}2=-1$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$iZ_1=1+i$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$\frac1{i\bar Z_1}=\frac1{i(1+i)}=\frac1{-1+i}=\frac{-1-i}2$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$1+i-\frac12-\frac i2=\frac12+\frac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$iZ_2=1-i$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$\frac1{i\bar Z_2}=\frac1{i(-1+i)}=\frac1{-1-i}=\frac{-1+i}2$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$1-i-\frac12+\frac i2=\frac12-\frac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$\left(\frac12+\frac i2\right)+\left(\frac12-\frac 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summand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summand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$\frac1{i\bar Z}=\frac{-iZ}{|Z|^2}$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$iZ+\frac1{i\bar Z}=iZ\left(1-\frac1{|Z|^2}\right)$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summand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$\frac1{i\bar Z}=\frac{-i}{\bar Z}=\frac{-iZ}{Z\bar Z}=\frac{-iZ}{|Z|^2}$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$iZ+\frac1{i\bar Z}=iZ\left(1-\frac1{|Z|^2}\right)$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$Z=\pm1-i$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summand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$\frac{iZ}2$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i2\left[(1-i)+(-1-i)\right]=\frac i2(-2i)=1$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purely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$\frac{a+ib}{c+id}$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$ac+bd=0$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purely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$bc-ad=0$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$(a+ib)(c-id)=(ac+bd)+i(bc-ad)$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 Z}=\frac Z{|Z|^2}$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$\alpha=\frac{5\pi}4,\frac{7\pi}4$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least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$S_1=\left\{z_1\in\mathbb{C}:|z_1-3|=\frac12\right\}$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$S_2=\left\{z_2\in\mathbb{C}:\left|z_2-|z_2+1|\right|=\left|z_2+|z_2-1|\right|\right\}$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$z_1\in 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$z_2\in 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$|z_2-z_1|$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plane: modulus equations, Distance between a circle and a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imaginary axis or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$\left|z-|z+1|\right|=\left|z+|z-1|\right|$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$(z+\bar z)\left(|z+1|+|z-1|-2\right)=0$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imaginary axis or the segment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numbers).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$u=|z+1|$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numbers).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$|z-u|=|z+v|$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$(z-u)(\bar z-u)=(z+v)(\bar z+v)$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$|z|^2-u(z+\bar z)+u^2=|z|^2+v(z+\bar z)+v^2$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$u^2-v^2=(u+v)(z+\bar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$u^2-v^2=|z+1|^2-|z-1|^2=2(z+\bar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$(z+\bar z)(u+v-2)=0$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imaginary axis;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distances from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their separation,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real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(figure), whose points are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is the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segment: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least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imaginary axis;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$|z+1|+|z-1|=2$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distances from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their separation,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real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(figure), whose points are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is the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segment: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$=3-\frac12-1=\frac32$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$|z_2-z_1|$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the real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lies on their perpendicular bisector.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$|z-u|=|z+v|$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the real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lies on their perpendicular bisector.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the real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their perpendicular bisector: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$u=|z+1|\ge0$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$v=|z-1|\ge0$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$|z-u|=|z+v|$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the real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their perpendicular bisector: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$\mathrm{Re}\,z=\frac{u-v}2$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least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$u^2-v^2=|z+1|^2-|z-1|^2=4x$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$(u-v)(u+v)=4x$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$2x(u+v)=4x$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$x(u+v-2)=0$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least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degenerate ellipse: exactly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of focal distances equals the distance between the foci).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distance between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meeting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$|z+1|+|z-1|=2$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degenerate ellipse: exactly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of focal distances equals the distance between the foci).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$|z+1|^2-|z-1|^2=4\,\mathrm{Re}\,z$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distance between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meeting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$d(c,K)-r$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$z^5+(\bar z)^5$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 with complex numbers, Powers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and the even ones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$(2+3i)^5+(2-3i)^5$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odd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and the even ones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both: the terms with 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the others double: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$z^5+\bar z^5=(2+3i)^5+(2-3i)^5$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both: the terms with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the others double: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$=2\left[\binom50 2^5+\binom52 2^3(3i)^2+\binom54\,2\,(3i)^4\right]$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$(3i)^2=-9$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$(3i)^4=81$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$=2\left[32+10\cdot8\cdot(-9)+5\cdot2\cdot81\right]=2(32-720+810)$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$=2\cdot122=244$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recurrence for power sums: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recurrence for power sums: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$s_n=z^n+\bar z^n$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$z+\bar z=4$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z=2-3i$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$t^2-4t+13=0$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$s_n=4s_{n-1}-13s_{n-2}$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$s_2=16-26=-10$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$s_3=4(-10)-13(4)=-92$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$s_4=4(-92)-13(-10)=-368+130=-238$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$s_5=4(-238)-13(-92)=-952+1196=244$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real: only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 in the binomial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two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$(a+ib)^n+(a-ib)^n=2\,\mathrm{Re}(a+ib)^n$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real: only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 in the binomial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two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$s_n=Ss_{n-1}-Ps_{n-2}$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$(2+3i)^2=-5+12i$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$\left|z-\frac1z\right|=2$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inequality for complex numbers,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inequality for complex numbers,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triangle inequality gives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upper half is a quadratic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triangle inequality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$\left|r-\frac1r\right|\le2$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upper half is a quadratic inequality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triangle inequality gives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 (AM-GM).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triangle inequality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$\left||z|-\left|\frac1z\right|\right|\le\left|z-\frac1z\right|\le|z|+\left|\frac1z\right|$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$\left|r-\frac1r\right|\le2\le 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$r+\frac1r\ge2$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 (AM-GM).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one: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is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one: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r-\frac1r\le2$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$r-\frac1r\le2\Rightarrow r^2-2r-1\le0\Rightarrow(r-1)^2\le2\Rightarrow r\le1+\sqrt2$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is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$z-\frac1z=(1+\sqrt2)-(\sqrt2-1)=2$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$|z|_{\max}=1+\sqrt2$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bounds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$\left|z-\frac1z\right|^2=r^2+\frac1{r^2}-2\cos2\theta$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$r^2+\frac1{r^2}$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$\frac1z=\frac1re^{-i\theta}$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$\left|z-\frac1z\right|^2=r^2+\frac1{r^2}-2\,\mathrm{Re}\left(re^{i\theta}\cdot\frac1re^{i\theta}\right)=r^2+\frac1{r^2}-2\cos2\theta$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$r^2+\frac1{r^2}=4+2\cos2\theta\le6$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equality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$r^4-6r^2+1\le0$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$3-2\sqrt2\le r^2\le3+2\sqrt2=\left(1+\sqrt2\right)^2$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$\left||a|-|b|\right|\le|a-b|\le|a|+|b|$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$\left|z-\frac1z\right|=k$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$\frac{\sqrt{k^2+4}-k}2\le|z|\le\frac{\sqrt{k^2+4}+k}2$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$\sqrt2-1\le|z|\le\sqrt2+1$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$\left|z-\frac1z\right|^2=r^2+\frac1{r^2}-2\cos2\theta$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$\left|z+\frac1z\right|^2=r^2+\frac1{r^2}+2\cos2\theta$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$S=\{z=x+iy:|z-1+i|\ge|z|,\ |z|&lt;2,\ |z+i|=|z-1|\}$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$w=2x+iy\in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$\left(-\sqrt2,\frac1{2\sqrt2}\right]$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$\left(-\frac1{\sqrt2},\frac14\right]$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$\left(-\sqrt2,\frac12\right]$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$\left(-\frac1{\sqrt2},\frac1{2\sqrt2}\right]$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plane: lines and discs, Intersection of regions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segment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real-part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segment of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$w=2x+iy$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real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real-part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$|z+i|=|z-1|$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$x^2+(y+1)^2=(x-1)^2+y^2$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lines meet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$|z-1+i|\ge|z|$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$(x-1)^2+(y+1)^2\ge 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$2-2x+2y\ge0$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$-x\ge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$x^2+x^2&lt;4$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$-\sqrt2&lt;x&lt;\sqrt2$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at the 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closed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$-\sqrt2&lt;x\le\frac12$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at the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closed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$w=2x+iy\in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$-\sqrt2&lt;2x\le\frac12$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$x\in\left(-\frac{\sqrt2}2,\frac14\right]=\left(-\frac1{\sqrt2},\frac14\right]$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$\left(-\frac1{\sqrt2},\frac14\right]$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bisector).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regions by substituting the line into each inequality to get an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is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rescale the interval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part,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is what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$|z-a|\ge|z-b|$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bisector).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regions by substituting the line into each inequality to get an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rescale the interval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part,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is what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Q45 – Q47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$A=\begin{pmatrix}2&amp;-1&amp;-1\\1&amp;0&amp;-1\\1&amp;-1&amp;0\end{pmatrix}$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$\omega=\frac{\sqrt3\,i-1}2$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$\left\{n\in\{1,2,\dots,100\}:A^n+(\omega B)^n=A+B\right\}$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Idempotent matrices and powers of a matrix, Cube roots of unity and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$\omega^n(-1)^{n-1}=1$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multiplication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multiplication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$n\in\{1,2,\dots,100\}$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$B=A-I=\begin{pmatrix}1&amp;-1&amp;-1\\1&amp;-1&amp;-1\\1&amp;-1&amp;-1\end{pmatrix}$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$(1,-1,-1)\cdot(1,1,1)^T=-1$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$B^3=-B^2=B$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$B^n=(-1)^{n-1}B$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$B^{99}=B$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odd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$A^n+(\omega B)^n=A+\omega^n(-1)^{n-1}B$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$\omega^n(-1)^{n-1}=1$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$\omega^n\in\{1,\omega,\omega^2\}$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$n\in\{3,9,15,\dots,99\}$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odd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$\frac{99-3}6+1=17$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rank-one matrix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$B=uv^T$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$u=(1,1,1)^T$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$v=(1,-1,-1)^T$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rank-one matrix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$B^n=(v^Tu)^{n-1}B$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$v=(1,-1,-1)^T$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$v^Tu=1-1-1=-1$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$B^2=u(v^Tu)v^T=-B$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$B^n=(-1)^{n-1}B$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$A^2=I+2B+B^2=I+B=A$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$\omega^n(-1)^{n-1}B=B$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$\omega^n(-1)^{n-1}=1$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$n\equiv3\pmod6$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$n=6k-3\le100$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all rows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together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count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all rows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$B^n=(v^T u)^{n-1}B$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$B^2=A^2-2A+I=I-A=-B$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$\omega^n=1\iff3\mid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$(-1)^{n-1}=1\iff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together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$n\equiv3\pmod6$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count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$1..N$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$\left\lfloor\frac{N+3}6\right\rfloor$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$S=\left\{z\in\mathbb{C}:z^2+\bar z=0\right\}$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S}\left(\mathrm{Re}(z)+\mathrm{Im}(z)\right)$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real and imaginary parts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real and imaginary parts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four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$z^2+\bar 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$y(2x-1)=0$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four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z=\left(x^2-y^2+x\right)+i(2xy-y)=0$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$2xy-y=y(2x-1)=0$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$\frac14+\frac12-y^2=0$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$z=\frac12\pm\frac{\sqrt3}2i$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$\sum\left(\mathrm{Re}\,z+\mathrm{Im}\,z\right)=(0+0)+(-1+0)+\left(\frac12+\frac{\sqrt3}2\right)+\left(\frac12-\frac{\sqrt3}2\right)=0$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fact that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fact that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all four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$z^2+\frac1z=0$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$\frac12\pm\frac{\sqrt3}2i$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all four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nothing,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$\sum\left(\mathrm{Re}\,z+\mathrm{Im}\,z\right)=\mathrm{Re}\left(\sum z\right)+\mathrm{Im}\left(\sum z\right)$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nothing,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sum of the roots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of them)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cube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$\sum\left(\mathrm{Re}\,z_k+\mathrm{Im}\,z_k\right)=\mathrm{Re}\left(\sum z_k\right)+\mathrm{Im}\left(\sum z_k\right)$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sum of the roots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of them)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cube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complex numbers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complex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$z^2=\bar z\cdot2^{1-|z|}$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$z^n=(z+1)^n$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modulus, Roots of unity: order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modulus, Roots of unity: order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Moduli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Moduli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$z^n=(1+z)^n$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$(-\omega)^n=1$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$z^2=\bar z\cdot2^{1-|z|}$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$|z|^2=|z|\cdot2^{1-|z|}$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$|z|=2^{1-|z|}$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$r\cdot2^{r-1}=1$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$z^2=\bar z\cdot2^0=\bar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$z^3=z\bar 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so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$z^n=(z+1)^n$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$\omega^n=(-\omega^2)^n=(-1)^n\omega^{2n}$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$-\omega=e^{i\pi}e^{2\pi i/3}=e^{-i\pi/3}$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$\omega^{2n}=(-\omega)^n$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$(-1)^n=\omega^n$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so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$\frac1z=\bar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$z^n=(z+1)^n\iff\left(1+\frac1z\right)^n=1\iff(1+\bar z)^n=1$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$z^n=(z+1)^n\iff\left(\frac{z+1}z\right)^n=1\iff\left(1+\frac1z\right)^n=1\iff(1+\bar z)^n=1$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are primitive sixth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$1+\bar z=1+\omega^2=-\omega=e^{-i\pi/3}$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$1+\bar z=1+\omega=-\omega^2=e^{i\pi/3}$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are primitive sixth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sixth roots of unity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order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sixth roots of unity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$z^n=w^n$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$\iff\left(\frac zw\right)^n=1$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zw$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47 questions, 188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Complex Number Sheet (J-M)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