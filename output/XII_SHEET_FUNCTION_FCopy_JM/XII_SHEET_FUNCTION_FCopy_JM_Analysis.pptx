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Sheet1!$A$2:$A$29</c:f>
              <c:strCache>
                <c:ptCount val="2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2.0</c:v>
                </c:pt>
                <c:pt idx="1">
                  <c:v>1.0</c:v>
                </c:pt>
                <c:pt idx="2">
                  <c:v>1.0</c:v>
                </c:pt>
                <c:pt idx="3">
                  <c:v>2.0</c:v>
                </c:pt>
                <c:pt idx="4">
                  <c:v>1.0</c:v>
                </c:pt>
                <c:pt idx="5">
                  <c:v>2.0</c:v>
                </c:pt>
                <c:pt idx="6">
                  <c:v>3.0</c:v>
                </c:pt>
                <c:pt idx="7">
                  <c:v>1.0</c:v>
                </c:pt>
                <c:pt idx="8">
                  <c:v>1.0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1.0</c:v>
                </c:pt>
                <c:pt idx="13">
                  <c:v>2.0</c:v>
                </c:pt>
                <c:pt idx="14">
                  <c:v>3.0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4.0</c:v>
                </c:pt>
                <c:pt idx="19">
                  <c:v>2.0</c:v>
                </c:pt>
                <c:pt idx="20">
                  <c:v>2.0</c:v>
                </c:pt>
                <c:pt idx="21">
                  <c:v>2.0</c:v>
                </c:pt>
                <c:pt idx="22">
                  <c:v>2.0</c:v>
                </c:pt>
                <c:pt idx="23">
                  <c:v>2.0</c:v>
                </c:pt>
                <c:pt idx="24">
                  <c:v>3.0</c:v>
                </c:pt>
                <c:pt idx="25">
                  <c:v>2.0</c:v>
                </c:pt>
                <c:pt idx="26">
                  <c:v>1.0</c:v>
                </c:pt>
                <c:pt idx="27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intermediate sets contain print slips: it writes $t\in[0,2]\cup(3,0)$ and the final domain with an open end $(4,\infty)$. Correct: $t\in[0,2]\cup(3,\infty)$, and the domain is $(-\infty,-3)\cup[-2,3)\cup[4,\infty)$ (4 is included since $[4]=4$). The answer $-2$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Print slips: the PDF's first line writes the denominator as $6f(x)-2$ (it should be $6f(x)-\alpha$), and the line after '$5f(x)+3=6xf(x)-x\alpha$' is fine. The step 'compare coefficients' is only shown for $x^2$; the remaining coefficients ($x$ and constant) were verified here. Answer $5$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chain ends with '$\dots 50+50$'; the last pair is actually $-50+50$ (n=99, n=100). Result $4$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'm = 1: f(x) = f(1)·f(x) ⇒ f(x) = 1', which is wrong as printed: it should read $f(1)=1$ (not $f(x)=1$). It also states 'f(2)=1 &amp; f(4)=1 or f(2)=2 &amp; f(4)=4' without saying why $f(2)\in\{1,2\}$ (because $f(4)=f(2)^2\le7$). Counting and the answer 490 are correct (checked by exhaustive enumeration of all $7^7$ functions).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Arithmetic slips in the PDF: (i) at $x=10$ it writes $10f(10)+2=9\times8\times7\times6\times5$, but $x-2,x-3,x-4,x-5$ at $x=10$ give $8\cdot7\cdot6\cdot5=1680$ (it then uses $1680a$ correctly); (ii) the last line '$54-28\times\frac1{60}$' should be $54-1680\times\frac1{60}=54-28$. Answer 26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states $f^4(x)=-\frac1x$; the correct value is $f^4(x)=x$ (the $-\frac1x$ was $f^2$). The PDF's conclusion $f^6(x)=-\frac1x$ happens to be right (since $f^6=f^2$) and the answer $-\frac32$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points. (1) The PDF asserts $f(f(x))=x$ for all $x$; actually $f(f(x))=|x|$, equal to $x$ only for $x\ge0$ (at $x=1$ it is fine). (2) The question says $f:\mathbb{R}\to\mathbb{R}$, but $(4-x^{50})^{1/50}$ is real only for $|x|\le4^{1/50}$; the paper's statement is loose, and the answer is unaffected because only $x=1$ is used. The PDF's key shows the letter 'B' for this integer question; the correct answer is the integer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statement 'element of $A$ has only image 1' is not given by the condition ($f(1,1)\ge1$ allows any value); it is forced by 'onto' (value $1$ can only come from $(1,1)$). Also the PDF says 'elements of set D have image 2 or 3 or 4' but then writes 'images 2 or 3' in Case I; set D takes images 2, 3, 4 with at least one $2$ and (in Case I) must supply the value $3$. The counts $2$, $35$ and the total $37$ are correct (verified by exhaustive enumeration).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expansion line reads '$2(1+c^2)x$' where it should be $2(1-c^2)x$ (copy slip; the $x$-terms cancel anyway), and 'from (1) $2f(x)=-x^2-\frac52x$' is stated without the value $1-c^2=-\frac54$. The answer 3395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constant-term equation reads '$e^2+be+c=0$' (and in the expansion '$e^2+be+c$'); the correct constant term of $f(g(x))$ is $ae^2+be+c$ (with $a=2$ it is $2e^2+be+c=0$). The PDF also stops at $f(x)=2x^2+3x+1$, $g(x)=2x-1$ without computing $f(2)+g(2)$; the final steps $15+3=18$ were added. Answer 18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Print slips: the PDF writes '$P_1:-1\le[2x^2-2]&lt;1$' (should be $-1\le[2x^2-3]\le1$), and then uses strict '$2&lt;2x^2&lt;5$' and open intervals $(-\sqrt{5/2},-1)\cup(1,\sqrt{5/2})$, whereas the correct condition is $2\le2x^2&lt;5$ with $x=\pm1$ included at this stage; also '$x^2-5x-5&lt;1$' should be $x^2-5x+5&lt;1$. The final domain (excluding $x=1$ via $P_3$) and answer C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prints '$a+b=\frac{4-\lambda}{4}$' for (ii)$-$(iii); the correct difference is $5a+5b=4-\lambda$, i.e. $a+b=\frac{4-\lambda}5$. The next PDF line uses the correct denominator $5$ and the answer $\lambda=4$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Function (JEE Main)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XII Sheet · Function · Exercise J-M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 for single correct)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pattern not printed in the paper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domain of the real valued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domain of the real valued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$f(x)=\sqrt{\frac{|[x]|-2}{|[x]|-3}}$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$(-\infty,a)\cup[b,c)\cup[4,\infty)$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$a&lt;b&lt;c$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a function involving the greatest integer and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integer; the root is real only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gap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fail.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$|[x]|=t$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integer; the root is real only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$\frac{t-2}{t-3}\ge 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gap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$2&lt;t\le 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fail.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real we need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$|[x]|=t$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$f=\sqrt{\frac{t-2}{t-3}}$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real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$\frac{t-2}{t-3}\ge0$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$t\le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$t\in[0,2]\cup(3,\infty)$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$t\in[0,2]\cup[4,\infty)$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$|[x]|\in[0,2]$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$[x]\in[-2,2]$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domain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$|[x]|\ge4$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$[x]\le-4$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$x\in(-\infty,-3)\cup[-2,3)\cup[4,\infty)$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$(-\infty,a)\cup[b,c)\cup[4,\infty)$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$a+b+c=-3-2+3=-2$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-2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one integer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quotient negative or undefined, so the domain is the real line minus the strip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one integer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$|[x]|$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quotient negative or undefined, so the domain is the real line minus the strip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$|[x]|=3$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is undefined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integer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only integer excluded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$\frac{t-2}{t-3}$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$2&lt;t&lt;3$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is undefined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integer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only integer excluded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$|[x]|=3$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$|[x]|=3$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off: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$=\mathbb{R}\setminus\big([-3,-2)\cup[3,4)\big)=(-\infty,-3)\cup[-2,3)\cup[4,\infty)$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off: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-2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greatest-integer functions, work with the integer variable first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translate back: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quotient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negative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no integer lies strictly between, the only integers lost are the zeros of the denominator.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unit strips, not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greatest-integer functions, work with the integer variable first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$|[x]|$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translate back: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$[x]=n\iff x\in[n,n+1)$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$\frac{t-p}{t-q}$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negative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$p&lt;t&lt;q$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no integer lies strictly between, the only integers lost are the zeros of the denominator.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$|[x]|=n$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$x\in[-n,-n+1)\cup[n,n+1)$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unit strips, not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$[-x]\ne-[x]$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$f:\mathbb{R}-\left\{\frac{\alpha}{6}\right\}\to\mathbb{R}$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$f(x)=\frac{5x+3}{6x-\alpha}$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f)(x)=x$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$x\in\mathbb{R}-\left\{\frac{\alpha}{6}\right\}$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 and self-inverse homographic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clear denominators and equate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$(f\circ f)(x)=x$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clear denominators and equate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$\frac{5f(x)+3}{6f(x)-\alpha}=x$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$5f(x)+3=6x\,f(x)-x\alpha$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$f(x)\,(5-6x)=-3-x\alpha$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$f(x)=\frac{-3-x\alpha}{5-6x}=\frac{x\alpha+3}{6x-5}$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$f(x)=\frac{5x+3}{6x-\alpha}$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$\frac{5x+3}{6x-\alpha}=\frac{x\alpha+3}{6x-5}$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other coefficients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constant: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$(5x+3)(6x-5)=(x\alpha+3)(6x-\alpha)$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$30x^2-25x+18x-15=6\alpha x^2-\alpha^2x+18x-3\alpha$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$30=6\alpha$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other coefficients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$-7=-25+18=-7$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$-15=-15$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own inverse; the inverse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f=\mathrm{id}$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own inverse; the inverse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$\frac{px+q}{rx+s}$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$\frac{sx-q}{-rx+p}$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inverse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f=\mathrm{id}$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$f(x)=\frac{5x+3}{6x-\alpha}$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$p=5,q=3,r=6,s=-\alpha$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inverse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$f^{-1}(x)=\frac{-\alpha x-3}{-6x+5}=\frac{\alpha x+3}{6x-5}$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 x+3}{6x-5}=\frac{5x+3}{6x-\alpha}$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fractions agree identically exactly when the matrices are proportional,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both equal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the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fractions agree identically exactly when the matrices are proportional,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both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$\frac{5x+3}{6x-5}$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the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$p+s=5-\alpha$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(trace zero),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(swap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negate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same trick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matrix powers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$f(x)=\frac{px+q}{rx+s}$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$ps-qr\ne0$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f=\mathrm{id}\iff p+s=0$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(trace zero),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$f=\mathrm{id}$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$\frac{px+q}{rx+s}$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$\frac{sx-q}{-rx+p}$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(swap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negate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$p=5,\ s=-\alpha$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same trick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matrix powers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$\begin{pmatrix}p&amp;q\\r&amp;s\end{pmatrix}^n$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$[e^x]^2+[e^x+1]-3=0$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$[\log_e 2,\log_e 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$[0,1/e)$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$[0,\log_e 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 involving the greatest integer function and exponential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the 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$[e^x+1]=[e^x]+1$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$y=[e^x]$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the quadratic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$y^2+y-2=0$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$[e^x]^2+[e^x+1]-3=0$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$[t+1]=[t]+1$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$[e^x]^2+[e^x]+1-3=0$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$[e^x]=y$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$(y+2)(y-1)=0$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possible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logarithms: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possible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$[e^x]\ge0$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$[e^x]=1$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e^x&lt;2$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logarithms: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x&lt;\ln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$x\in[0,\ln2)$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$[0,\log_e 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Test convenient points against the options instead of solving: one solution outside an option kills it.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contain all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$[1]^2+[2]-3=1+2-3=0$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$e^{1/2}\approx1.65$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$[e^x]=1$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$[e^x+1]=2$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$x=\tfrac12&gt;\frac1e\approx0.37$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$[0,1/e)$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contain all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solution; hence (B) (which contains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(A) (which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cannot be the interval containing all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survives; it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$\log_e2\approx0.69$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$x=\log_e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$[2]^2+[3]-3=4+3-3=4\ne0$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solution; hence (B) (which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(A) (which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$[e]^2+[e+1]-3=4+3-3=4\ne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cannot be the interval containing all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$[0,\log_e2)$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survives; it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$[0,\log_e 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shift integers out of the floor before substituting.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floor equation reduces to a polynomial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integer; reject roots that are non-integers or outside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(increasing) this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$[t+n]=[t]+n$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shift integers out of the floor before substituting.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floor equation reduces to a polynomial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$y=[g(x)]$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integer; reject roots that are non-integers or outside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$[g(x)]=k\iff k\le g(x)&lt;k+1$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(increasing)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k\le x&lt;\ln(k+1)$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$\sum_{n=8}^{100}\left[\frac{(-1)^n n}{2}\right]$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function: sum of a series of floor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for the next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consecutive pairs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odd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$-\frac{n+1}{2}$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for the next even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$+\frac{n+1}{2}$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consecutive pairs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pattern continues.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$\left[\frac{n}{2}\right]=\frac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 n2\right]=-\frac{n+1}{2}$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$\left[\frac82\right]=4$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$\left[-\frac92\right]=-5$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$\left[\frac{10}2\right]=5$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$\left[-\frac{11}2\right]=-6$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pattern continues.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bracket cancels,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$\left[-\frac{99}2\right]=-50$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$4+(-5+5)+(-6+6)+\dots+(-50+50)$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bracket cancels,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each floor as (exact value) minus (a half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odd), then sum the two simple pieces.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each floor as (exact value) minus (a half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odd), then sum the two simple pieces.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𝑛𝑢𝑚𝑏𝑒𝑟 𝑜𝑓 𝑜𝑑𝑑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𝑖𝑛 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$\left[\frac{(-1)^n n}{2}\right]=\frac n2=\frac{(-1)^nn}{2}$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 n2\right]=-\frac n2-\frac12=\frac{(-1)^nn}{2}-\frac12$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$\frac12\sum_{n=8}^{100}(-1)^nn-\frac12\cdot(\text{number of odd }n\text{ in }[8,100])$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$\sum_{n=8}^{100}(-1)^nn=(8-9)+(10-11)+\dots+(98-99)+100=-46+100=54$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$=27-23=4$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half-integers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consecutive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cancel: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Alternating sums: pair consecutive terms before summing, and treat an unpaired first or last term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$[-x]=-[x]-1$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non-integer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$[-x]=-[x]$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half-integers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$[-m-\tfrac12]=-m-1$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$\left[\frac{(-1)^nn}{2}\right]$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consecutive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$(2k+1,2k+2)$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$-(k+1)+(k+1)=0$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Alternating sums: pair consecutive terms before summing, and treat an unpaired first or last term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$g:B\to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$A,B,C\subseteq\mathbb{R}$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of a composite function: one-one and onto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inverse exists only for a bijection, and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first function must be injective and the last must be surjective.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inverse exists only for a bijection, and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first function must be injective and the last must be surjective.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bijective (one-one and onto).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injectivity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image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bijective (one-one and onto).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$f(a_1)=f(a_2)$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$g(f(a_1))=g(f(a_2))$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injectivity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image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Nothing more is forced: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onto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Nothing more is forced: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onto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one-one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onto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one-one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onto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concrete example in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onto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one-one eliminates (A), (B) and (C)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concrete example in which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 but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onto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one-one eliminates (A), (B) and (C)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pre-image)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$g(1)=g(2)=1$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f:\{1\}\to\{1\}$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pre-image)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$g(1)=g(2)$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one-one, (B)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one-one, (C)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onto: all three fail in this example.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is consistent with the example (and it is proved necessary by the first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one-one, (B)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one-one, (C)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onto: all three fail in this example.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is consistent with the example (and it is proved necessary by the first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one-one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onto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one-one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onto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injective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injective; surjective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surjective. The reverse implications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bijective does not make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one-one; it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injective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injective; surjective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surjective. The reverse implications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bijective does not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one-one; it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Q06 – Q07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 for numerical)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pattern not printed in the paper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bijective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$A=\{0,1,2,3,4,5,6,7\}$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bijective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$f(1)+f(2)=3-f(3)$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Bijective functions and counting, Number of bijections with a restriction (permutations)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three distinct non-negative integers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$f(1)+f(2)+f(3)=3$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three distinct non-negative integers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$\{f(1),f(2),f(3)\}=\{0,1,2\}$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three distinct elements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three distinct non-negative integers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mapped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some order.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$f(1)+f(2)+f(3)=3$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$f(1),f(2),f(3)$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three distinct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$\{0,1,\dots,7\}$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three distinct non-negative integers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mapped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some order.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to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elements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domain are mapped bijectively onto the remaining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to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$0,4,5,6,7$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domain are mapped bijectively onto the remaining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$3,4,5,6,7$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$5!=120$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$=5!\times3!=120\times6=720$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a probability view: among all bijections, find the chance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arrangement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a probability view: among all bijections, find the chance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$(f(1),f(2),f(3))$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arrangement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$\{0,1,2\}$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40320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bijections, and for a random bijection the ordered triple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uniformly distributed over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triples of distinct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triples: permutations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distinct triple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$8!=40320$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bijections, and for a random bijection the ordered triple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$(f(1),f(2),f(3))$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uniformly distributed over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$8\cdot7\cdot6=336$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triples of distinct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triples: permutations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distinct triple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bijections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40320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$=\frac{6}{336}=\frac1{56}$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bijections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$=\frac{8!}{56}=\frac{40320}{56}=720$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bijections of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specified inputs sent to a specified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 non-negative integers with a small sum are forced: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values have sum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uniformly random bijection the images of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 form a uniformly random ordered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-tuple of distinct values (probability view).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bijections of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specified inputs sent to a specified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$r!\,(n-r)!$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 non-negative integers with a small sum are forced: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values have sum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$0+1+\dots+(k-1)$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$\{0,\dots,k-1\}$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uniformly random bijection the images of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 form a uniformly random ordered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-tuple of distinct values (probability view).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possible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$S=\{1,2,3,4,5,6,7\}$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possible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$f:S\to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$f(m\cdot n)=f(m)\cdot 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$m\cdot n\in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functions satisfying a multiplicative functional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accordingly,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$f(4)=f(2)^2$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$f(6)=f(2)f(3)$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limit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$\{1,2\}$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accordingly,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$f(5),f(7)$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lie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other products inside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unconstrained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anything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anything exceed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$f(n)=f(1)f(n)$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$f(4)=f(2)^2$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$f(4)\le7$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$f(2)=1,f(4)=1$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$f(2)=2,f(4)=4$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other products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$f(6)=f(2)f(3)$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unconstrained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$5\cdot$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anything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$7\cdot$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anything exceed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any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B: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free: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any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$7\times7\times7=343$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B: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$f(6)=2f(3)\le7$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$f(3)\in\{1,2,3\}$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$f(6)=2,4,6$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free: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$7\times7$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$3\times7\times7=147$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$=343+147=490$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490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function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determined by its values on the primes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count admissible prime-value tuples.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function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$f(mn)=f(m)f(n)$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determined by its values on the primes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$2,3,5,7$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count admissible prime-value tuples.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values at the primes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 everything.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conditions are only that the derived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Admissible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arbitrary,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$f(4)=f(2)^2$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$f(6)=f(2)f(3)$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values at the primes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 everything.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conditions are only that the derived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Admissible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$(f(2),f(3))$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arbitrary,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$f(3)\in\{1,2,3\}$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$f(2)^2&gt;7$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free: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$f(5),f(7)$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free: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$7\cdot7=49$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$=10\times49=490$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490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completely multiplicative function is determined by its values on primes; count tuples of prime-values and impose the 'stay in range' conditions on the products that remain in the 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multiplicative functional equation with domain a finite set only constrains the products that stay inside the set: always list which products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takes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completely multiplicative function is determined by its values on primes; count tuples of prime-values and impose the 'stay in range' conditions on the products that remain in the 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multiplicative functional equation with domain a finite set only constrains the products that stay inside the set: always list which products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$4=2\cdot2$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$6=2\cdot3$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takes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Q08 – 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 for single correct)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pattern not printed in the paper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$f:\mathbb{N}\to\mathbb{N}$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$f(m+n)=f(m)+f(n)$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$f(2)\cdot 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Additive functional equation on natural numbers (Cauchy)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build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$m=n=1$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build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$f(2),f(3)$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$f(6)=2f(3)$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$f(m+n)=f(m)+f(n)$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$f(3)=f(2)+f(1)=3f(1)$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$f(2)f(3)=6\,(f(1))^2$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$f(6)=2f(3)$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$18=2f(3)$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$3f(1)=9\Rightarrow f(1)=3$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$f(2)f(3)=6\times9=54$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54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Additive functions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linear: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Additive functions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linear: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$f(n)=kn$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induction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induction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$f(n)=n\,f(1)$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$f(n)=kn$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$f(6)=6k=18$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$f(2)\cdot f(3)=6\times9=54$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54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(induction);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continuity (or monotonicity) the same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Multiplicative version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geometric progression.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one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all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$f(m+n)=f(m)+f(n)$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$f(n)=nf(1)$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(induction);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continuity (or monotonicity) the same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Multiplicative version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$f(m+n)=f(m)f(n)$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$f(n)=f(1)^n$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geometric progression.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one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$k=f(n_0)/n_0$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all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$f(x)=\log_{\sqrt5}\left(3+\cos\left(\frac{3\pi}{4}+x\right)+\cos\left(\frac{\pi}{4}+x\right)+\cos\left(\frac{\pi}{4}-x\right)-\cos\left(\frac{3\pi}{4}-x\right)\right)$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$\left[\frac1{\sqrt5},\sqrt5\right]$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$\left(0,\sqrt5\right)$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377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a trigonometric expression inside a logarithm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the cosines in pairs (sum-to-product); the argument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the cosines in pairs (sum-to-product); the argument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$3+\sqrt2(\cos x-\sin x)\in[1,5]$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$\cos\left(\frac{3\pi}4+x\right)-\cos\left(\frac{3\pi}4-x\right)=-2\sin\frac{3\pi}{4}\sin x=-\sqrt2\sin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$\cos\left(\frac\pi4+x\right)+\cos\left(\frac\pi4-x\right)=2\cos\frac\pi4\cos x=\sqrt2\cos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$f(x)=\log_{\sqrt5}\left(3+\sqrt2\cos x-\sqrt2\sin x\right)=\log_{\sqrt5}\left(3+\sqrt2(\cos x-\sin 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$-\sqrt2\le\cos x-\sin x\le\sqrt2$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logarithm to base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-2\le\sqrt2(\cos x-\sin x)\le2$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1\le3+\sqrt2(\cos x-\sin x)\le5$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logarithm to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$\log_{\sqrt5}1\le f(x)\le\log_{\sqrt5}5$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f(x)\le2$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[0, 2]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four cosines collapse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$y=x+\frac\pi4$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four cosines collapse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terms become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$\frac{3\pi}4+x=\frac\pi2+y$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$\frac\pi4+x=y$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$\frac\pi4-x=\frac\pi2-y$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$\frac{3\pi}4-x=\pi-y$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terms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$\cos(\tfrac\pi2+y)+\cos y+\cos(\tfrac\pi2-y)-\cos(\pi-y)=-\sin y+\cos y+\sin y+\cos y=2\cos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taking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$f=\log_{\sqrt5}(3+2\cos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$3+2\cos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taking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$\left[\log_{\sqrt5}1,\log_{\sqrt5}5\right]=[0,2]$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[0, 2]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log is increasing, so the range is the log of the endpoints.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Sums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simplify by sum-to-product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 x+b\sin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$[-\sqrt{a^2+b^2},\sqrt{a^2+b^2}]$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x-\sin x=\sqrt2\cos(x+\frac\pi4)$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$\log_{\sqrt5}5=2$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$(\sqrt5)^2=5$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log is increasing, so the range is the log of the endpoints.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$\cos(A+x)\pm\cos(A-x)$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simplify by sum-to-product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A\cos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$-2\sin A\sin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 for numerical)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pattern not printed in the paper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$f(k)=-\frac2k$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$52-10f(10)$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Polynomial interpolation: factor-theorem trick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$xf(x)+2$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degree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vanishes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$2,3,4,5$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$xf(x)+2=a(x-2)(x-3)(x-4)(x-5)$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writes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correct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$f(k)=-\frac2k\Rightarrow kf(k)+2=0$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$h(x)=xf(x)+2$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$h(2)=h(3)=h(4)=h(5)=0$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$xf(x)+2=a(x-2)(x-3)(x-4)(x-5)$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$10f(10)+2=a\cdot8\cdot7\cdot6\cdot5=1680a$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writes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$9\cdot8\cdot7\cdot6\cdot5$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correct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$8\cdot7\cdot6\cdot5=1680$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$52-10f(10)=52-(1680a-2)=54-1680a$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$2=a(-2)(-3)(-4)(-5)=120a$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$52-10f(10)=54-\frac{1680}{60}=54-28=26$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Lagrange interpolation: 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from the four known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Lagrange interpolation: 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from the four known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nodes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$f(10)=\sum_k f(k)\prod_{j\ne k}\frac{10-j}{k-j}$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nodes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$\frac{7\cdot6\cdot5}{(-1)(-2)(-3)}=-35$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$\frac{8\cdot6\cdot5}{(1)(-1)(-2)}=120$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$\frac{8\cdot7\cdot5}{(2)(1)(-1)}=-140$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$\frac{8\cdot7\cdot6}{(3)(2)(1)}=56$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$f(2)=-1,\ f(3)=-\frac23,\ f(4)=-\frac12,\ f(5)=-\frac25$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$f(10)=35-80+70-\frac{112}{5}=25-\frac{112}5=\frac{13}{5}$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$52-10f(10)=52-26=26$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form: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values are given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points, multiply by the denominator to create a polynomial with known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 weights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$kp(k)=c$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$xp(x)-c=a\prod(x-k)$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form: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$f(k)=\frac1{k}$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values are given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points, multiply by the denominator to create a polynomial with known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 weights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$\prod_{j\ne k}\frac{x_0-x_j}{x_k-x_j}$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$-35+120-140+56=1$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 for single correct)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pattern not printed in the paper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natural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$f:\mathbb{N}\to\mathbb{R}$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$f(x+y)=2f(x)f(y)$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natural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$\sum_{k=1}^{10}f(\alpha+k)=\frac{512}{3}\left(2^{20}-1\right)$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 giving a geometric progression, Sum of a geometric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sum factors.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$f(n)=2^{2n-1}$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$f(\alpha+k)=2f(\alpha)f(k)$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sum factors.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$f(x+y)=2f(x)f(y)$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$\sum_{k=1}^{10}f(\alpha+k)=2f(\alpha)\sum_{k=1}^{10}f(k)=2f(\alpha)\big(f(1)+f(2)+\dots+f(10)\big)$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$f(2)=2f(1)^2=2^3$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$f(3)=2f(2)f(1)=2\cdot2^3\cdot2=2^5$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$f(10)=2^{19}$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$f(n)=2^{2n-1}$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$f(\alpha)=2^{2\alpha-1}$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G.P.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$f(1)+\dots+f(10)=2+2^3+2^5+\dots+2^{19}$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G.P.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$=2\cdot\frac{2^{20}-1}{3}$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$\sum_{k=1}^{10}f(\alpha+k)=2\cdot2^{2\alpha-1}\cdot2\cdot\frac{2^{20}-1}{3}=2^{2\alpha}\cdot\frac{2\left(2^{20}-1\right)}{3}$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$\frac{512}{3}(2^{20}-1)$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$2^{2\alpha}\cdot2=512=2^9$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$2^{2\alpha+1}=2^9$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geometric progression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is a G.P.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$f(x+1)=4f(x)$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geometric progression with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is a G.P.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$f(x+1)=2f(x)f(1)=4f(x)$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$f(n)=f(1)\,4^{n-1}=2\cdot4^{n-1}=\frac{4^n}{2}$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$\sum_{k=1}^{10}f(\alpha+k)=\frac{4^\alpha}{2}\sum_{k=1}^{10}4^k=\frac{4^\alpha}{2}\cdot\frac{4(4^{10}-1)}{3}=\frac{2\cdot4^\alpha}{3}\left(2^{20}-1\right)$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$\frac{512}{3}\left(2^{20}-1\right)$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$2\cdot4^\alpha=512$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$4^\alpha=256$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into the multiplicative equation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Shifted sums of a geometric sequence factor: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$f(x+y)=c\,f(x)f(y)$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into the multiplicative equation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$g=cf$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$g(x+y)=g(x)g(y)$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$g(n)=g(1)^n$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$g=2f$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Shifted sums of a geometric sequence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$\sum_{k=1}^{m}f(\alpha+k)=f(\alpha)\cdot\frac{f(\alpha+1)}{f(\alpha)}\cdots$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$=r^{\alpha}\cdot\sum_{k=1}^mf(k)$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$f(n)=Ar^n$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$\sum_{k=1}^{10}4^k=\frac{4(4^{10}-1)}{3}=\frac{4(2^{20}-1)}{3}$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$f(x)=\frac{x-1}{x+1},\ x\in\mathbb{R}-\{0,-1,1\}$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$f^{n+1}(x)=f(f^n(x))$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$f^6(6)+f^7(7)$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$-\frac{11}{12}$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Iterated (composite) rational function and periodicity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iterates repeat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$f^2,f^3,f^4$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iterates repeat with period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$f^4(x)=x$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$f^6=f^2$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$f^7=f^3$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writes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which is a slip.)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$f(x)=\frac{x-1}{x+1}$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$f^2(x)=f(f(x))=\frac{\frac{x-1}{x+1}-1}{\frac{x-1}{x+1}+1}=\frac{-2}{2x}=-\frac1x$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$f^3(x)=f\left(-\frac1x\right)=\frac{-\frac1x-1}{-\frac1x+1}=\frac{-1-x}{-1+x}=\frac{x+1}{1-x}$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$f^4(x)=f\left(\frac{x+1}{1-x}\right)=\frac{\frac{x+1}{1-x}-1}{\frac{x+1}{1-x}+1}=\frac{2x}{2}=x$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writes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which is a slip.)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iterates repeat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iterates repeat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$f^6(x)=f^2(x)=-\frac1x$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$f^6(6)=-\frac16$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$f^7(x)=f^3(x)=\frac{x+1}{1-x}$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$f^7(7)=\frac{8}{-6}=-\frac43$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$f^6(6)+f^7(7)=-\frac16-\frac43=-\frac{1}{6}-\frac86=-\frac32$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-3/2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rotation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$f(x)=\tan\left(\theta-\frac\pi4\right)$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rotation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$-\frac{n\pi}4$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$\frac{\tan\theta-1}{\tan\theta+1}=\tan\left(\theta-\frac\pi4\right)$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$f^n(x)=\tan\left(\theta-\frac{n\pi}{4}\right)$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$f^4=\mathrm{id}$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$f^6=f^2$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$f^7=f^3$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$f^2(x)=\tan\left(\theta-\frac\pi2\right)=-\cot\theta=-\frac1x$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$f^6(6)=-\frac16$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$f^3(x)=\tan\left(\theta-\frac{3\pi}4\right)=\tan\left(\theta+\frac\pi4\right)=\frac{x+1}{1-x}$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$f^7(7)=\frac{8}{-6}=-\frac43$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$=-\frac16-\frac43=-\frac32$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-3/2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Such maps have finite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Möbius maps correspond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matrices;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iterates of a function, find the smallest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$\frac{x-1}{x+1}=\tan\left(\theta-\frac\pi4\right)$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$\frac{x+1}{1-x}=\tan\left(\theta+\frac\pi4\right)$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Such maps have finite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Möbius maps correspond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$\begin{pmatrix}1&amp;-1\\1&amp;1\end{pmatrix}^2=\begin{pmatrix}0&amp;-2\\2&amp;0\end{pmatrix}$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$f^2=-\frac1x$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$f^4=\mathrm{id}$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iterates of a function, find the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$f^m=\mathrm{id}$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one-one nor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$g:\mathbb{R}-\{1,-1\}\to\mathbb{R}$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$g(x)=\frac{x^2}{x^2-1}$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one-one nor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99617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and onto: composition of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(so not one-one) and never takes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not onto).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g(x)=\frac1{x^2-1}$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(so not one-one) and never takes values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not onto).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domain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codomain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one-one: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function is even).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$f(g(x))=\frac{x^2}{x^2-1}-1=\frac{x^2-x^2+1}{x^2-1}$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g(x)=\frac1{x^2-1}$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$\mathbb{R}-\{1,-1\}$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one-one: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g(2)=f\circ g(-2)=\frac13$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function is even).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onto: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example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attained (it would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so the range is not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onto: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$x\in\mathbb{R}-\{\pm1\}$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$x^2-1\in[-1,0)\cup(0,\infty)$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$\frac1{x^2-1}\in(-\infty,-1]\cup(0,\infty)$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attained (it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so the range is not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one-one/onto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is; analyse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one-one/onto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is; analyse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$g=1+\frac1{x^2-1}$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bijection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composed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neither injectivity nor the size of the range: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is, and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function: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bijection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composed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neither injectivity nor the size of the 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is, and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$g(x)=\frac{x^2}{x^2-1}=1+\frac{1}{x^2-1}$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function: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$g(2)=g(-2)$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misses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$1+\left((-\infty,-1]\cup(0,\infty)\right)=(-\infty,0]\cup(1,\infty)$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misses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Composing with a bijection (like a 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does not change injectivity or the range's shape; test the other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or periodic functions are never one-one on a symmetric domain; to show 'not onto' find a value with no solution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reciprocals flip and stretch intervals.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Composing with a bijection (like a shift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does not change injectivity or the range's shape; test the other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or periodic functions are never one-one on a symmetric domain; to show 'not onto' find a value with no solution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$\frac1{x^2-1}=-\frac12$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$u\in[-1,0)\cup(0,\infty)$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$(-\infty,-1]\cup(0,\infty)$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reciprocals flip and stretch intervals.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one-one and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$f:\mathbb{N}\to\mathbb{N}$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$f(n)=\begin{cases}2n,&amp;n=2,4,6,8,\dots\\ n-1,&amp;n=3,7,11,15,\dots\\ \frac{n+1}{2},&amp;n=1,5,9,13,\dots\end{cases}$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one-one and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and onto: piecewise defined function on natural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branch is a bijection onto a different residue class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(multiples of 4, numbers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odd numbers), and these three classes partition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branch is a bijection onto a different residue class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(multiples of 4, numbers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$\equiv2\pmod 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odd numbers), and these three classes partition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first few inputs: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first few inputs: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$f(7)=6$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$f(9)=5$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appear once: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,...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Branch 1: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images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the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Branch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the numbers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appear once: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$5=f(9)$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$6=f(7)$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,...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Branch 1: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$n\mapsto 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images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$4,8,12,\dots$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the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Branch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$n=3,7,11,\dots\ (n\equiv3\bmod4)\mapsto n-1=2,6,10,\dots$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$\equiv2\pmod4$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Branch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the odd numbers, each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three image sets are disjoint and together make up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value is repeated and every value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both one-one and onto: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Branch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$n=1,5,9,\dots\ (n\equiv1\bmod4)\mapsto\frac{n+1}2=1,3,5,\dots$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the odd numbers, each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three image sets are disjoint and together make 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value is repeated and every value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both one-one and onto: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one-one and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Construct the inverse explicitly; if every natural number has exactly one pre-image,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Construct the inverse explicitly; if every natural number has exactly one pre-image,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looking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(it is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looking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$m\bmod 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$\frac{n+1}2=m\Rightarrow n=2m-1$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$n=2m-1\equiv1\pmod 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(it is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$1,5,9,\dots$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$m\equiv2\pmod4$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$n-1=m\Rightarrow n=m+1\equiv3\pmod4$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even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one case applies and gives 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correct class,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$m\equiv0\pmod4$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$2n=m\Rightarrow n=\frac 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even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one case applies and gives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correct class,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one-one and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prove a piecewise map is a bijection: show each piece is injective, the image sets of the pieces are disjoint, and their union is the codomain.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map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itself that is injective need not be onto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inspect residues to see what is missed.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Residue classes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images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odds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prove a piecewise map is a bijection: show each piece is injective, the image sets of the pieces are disjoint, and their union is the codomain.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itself that is injective need not be onto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$n\mapsto2n$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inspect residues to see what is missed.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Residue classes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$\{4k\},\{4k+1\},\{4k+2\},\{4k+3\}$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images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$\{4k\}$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$\{4k+2\}$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$=\{4k+1\}\cup\{4k+3\}$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Q21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 for numerical)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pattern not printed in the paper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one-one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one-one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$f:\{a,b,c,d\}\to\{0,1,2,\dots,10\}$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$2f(a)-f(b)+3f(c)+f(d)=0$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one-one functions with a linear condition on the images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tabulate by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weight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it small);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restricts everything.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$f(b)=3f(c)+2f(a)+f(d)$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tabulate by the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weight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it small);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$f(b)\le10$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restricts everything.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four values distinct.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and non-zero (distinct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each other).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$f(b)=3f(c)+2f(a)+f(d)$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four values distinct.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$2f(a)+f(d)\le10$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$f(a),f(d)$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and non-zero (distinct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each other).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$f(d)\in\{2,\dots,8\}$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$f(d)\in\{1,3,4,5,6\}$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$f(d)\in\{1,2,4\}$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$f(d)\in\{1,2\}$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distinct.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distinct.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allowed).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$2f(a)+f(d)\le7$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$f(a),f(d)\ne1$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distinct.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$f(d)\in\{2,\dots,7\}$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$f(d)\in\{0,3\}$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$f(d)=0$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$2f(a)+f(d)\le4$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$f(a),f(d)\ne2$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distinct.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$f(d)\in\{1,3,4\}$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$f(d)\in\{0\}$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$f(d)=2$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allowed).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$2f(a)+f(d)\le1$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$f(d)=1$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each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automatically different from the other three values (it exceeds them whenever they are distinct).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$3f(c)\ge12&gt;10$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each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$f(b)=3f(c)+2f(a)+f(d)$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automatically different from the other three values (it exceeds them whenever they are distinct).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$=17+9+4+1=31$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determined): count distinct triples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inclusion-exclusion over the coincidences.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$f(a),f(c),f(d)$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determined): count distinct triples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$3c+2a+d\le10$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inclusion-exclusion over the coincidences.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only coincide with one of them if two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 (both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imposes no extra restriction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non-negative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$c=f(c)$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$d=f(d)$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$f(b)=3c+2a+d\le10$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only coincide with one of them if two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 (both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imposes no extra restriction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non-negative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$3c+2a+d\le10$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$5c+d\le10$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$11+6+1=18$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$c+a\le3$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$2c+a\le5$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$6+4+2=12$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 triples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functions.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 triples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$=T-(18+10+12)+2\cdot2=67-40+4=31$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functions.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one-one-function counts with a linear relation, let the largest-coefficient variable take values in order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bound the rest.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Inclusion–exclusion for distinctness: (#distinct) =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(one coincidence)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(all equal) for three variables.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combinations of non-negative integers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variable unless the others vanish, so the 'determined' variable is automatically different from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one-one-function counts with a linear relation, let the largest-coefficient variable take values in order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bound the rest.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Inclusion–exclusion for distinctness: (#distinct) =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$-\sum$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(one coincidence)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(all equal) for three variables.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combinations of non-negative integers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variable unless the others vanish, so the 'determined' variable is automatically different from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25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$f(x)=\left(2\left(1-\frac{x^{25}}{2}\right)\left(2+x^{25}\right)\right)^{\frac1{50}}$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$g(x)=f(f(f(x)))+f(f(x))$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Composite of a self-inverse function, Greatest integer of a number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domain):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own inverse there,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$f(x)=(4-x^{50})^{1/50}$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domain):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own inverse there,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$g(x)=f(x)+x$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/>
                                            <m:ctrlP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p>
                                              <m:e>
                                                <m:r>
                                                  <a:rPr lang="en-IN" sz="2400" i="1">
                                                    <a:solidFill>
                                                      <a:srgbClr val="11182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IN" sz="2400" i="1">
                                                    <a:solidFill>
                                                      <a:srgbClr val="11182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50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50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particular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domain.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$f(x)=\left[(2-x^{25})(2+x^{25})\right]^{1/50}=\left(4-x^{50}\right)^{1/50}$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$f(f(x))=\left(4-\left(\left(4-x^{50}\right)^{1/50}\right)^{50}\right)^{1/50}=\left(4-\left(4-x^{50}\right)\right)^{1/50}=\left(x^{50}\right)^{1/50}=|x|$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particular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$g(x)=f(f(f(x)))+f(f(x))=f(x)+x$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domain.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PDF's answer line shows the letter 'B', but this is a numerical question;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$g(1)=f(1)+1=3^{1/50}+1$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$1&lt;3^{1/50}&lt;2$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$1&lt;3&lt;2^{50}$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$2&lt;g(1)&lt;3$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$[g(1)]=2$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PDF's answer line shows the letter 'B', but this is a numerical question;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relation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own inverse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relation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$x^{50}+y^{50}=4$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own inverse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quadrant, which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$x^{50}+y^{50}=4$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quadrant, which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$f(1)=3^{1/50}=y_0$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$f(y_0)=(4-3)^{1/50}=1$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$f(f(f(1)))=f(1)=y_0$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$g(1)=y_0+1$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$y_0^{50}=3$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$1&lt;y_0&lt;2$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$1&lt;3&lt;2^{50}$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$2&lt;g(1)&lt;3$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$[g(1)]=2$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defining relation is symmetric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function is its own inverse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hides inside products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Beware domains: an even root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question is meaningful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defining relation is symmetric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$x^m+y^m=c$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function is its own inverse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$(a-b)(a+b)=a^2-b^2$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hides inside products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$2\left(1-\frac{x^{25}}2\right)(2+x^{25})=(2-x^{25})(2+x^{25})=4-x^{50}$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Beware domains: an even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$(4-x^{50})^{1/50}$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$|x|\le4^{1/50}\approx1.028$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question is meaningful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$f(x)=\frac{2e^{2x}}{e^{2x}+e}$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$f\left(\frac1{100}\right)+f\left(\frac2{100}\right)+f\left(\frac3{100}\right)+\dots+f\left(\frac{99}{100}\right)$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Symmetry of a function: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Symmetry of a function: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terms equidistant from the ends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middle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$f(x)+f(1-x)=2$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terms equidistant from the ends add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middle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$f\left(\frac12\right)=1$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the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...,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$f(x)=\frac{2e^{2x}}{e^{2x}+e}$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$f(1-x)=\frac{2e^{2-2x}}{e^{2-2x}+e}$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$f(1-x)=\frac{2e^2}{e^2+e\cdot e^{2x}}=\frac{2e}{e+e^{2x}}$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$f(x)+f(1-x)=\frac{2e^{2x}}{e^{2x}+e}+\frac{2e}{e^{2x}+e}=\frac{2\left(e^{2x}+e\right)}{e^{2x}+e}=2$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the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$f\left(\frac1{100}\right)+f\left(\frac{99}{100}\right)=2$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$f\left(\frac2{100}\right)+f\left(\frac{98}{100}\right)=2$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...,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$f\left(\frac{49}{100}\right)+f\left(\frac{51}{100}\right)=2$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unpaired middle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$49\times2=98$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unpaired middle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$f\left(\frac{50}{100}\right)=f\left(\frac12\right)=\frac{2e}{e+e}=1$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$=98+1=99$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logistic curve: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logistic curve: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$f(x)=2\sigma(2x-1)$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$\sigma(t)=\frac1{1+e^{-t}}$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$\sigma(t)+\sigma(-t)=1$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these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$f(x)=\frac{2}{1+e^{1-2x}}=2\sigma(t)$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k{100}$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$t_k=\frac{2k-100}{100}$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these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$t_{100-k}=-t_k$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$t_{50}=0$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$\sigma(t)+\sigma(-t)=1$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$\sigma(0)=\frac12$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$\sum\sigma(t_k)=49\cdot1+\frac12=49.5$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$2\times49.5=99$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middle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functions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(standard);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a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Logistic function: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the source of most such symmetry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$f(x)+f(a-x)=c$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$\sum_{k=1}^{n-1}f\left(\frac{ka}{n}\right)=\frac{c(n-1)}2$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middle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$\frac{e^{u}}{e^{u}+e^{-u}}$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$\frac{a^x}{a^x+\sqrt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(standard);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a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Logistic function: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$\sigma(t)+\sigma(-t)=1$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the source of most such symmetry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𝑖𝑠 𝑜𝑑𝑑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𝑖𝑠 𝑒𝑣𝑒𝑛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$S=\{1,2,3,4,5,6,7,8,9,10\}$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$f:S\to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$f(n)=\begin{cases}2n,&amp;n=1,2,3,4,5\\2n-11,&amp;n=6,7,8,9,10\end{cases}$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$g:S\to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g(n)=\begin{cases}n+1,&amp;n\text{ is odd}\\n-1,&amp;n\text{ is even}\end{cases}$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$g(10)\big((g(1)+g(2)+g(3)+g(4)+g(5)\big)$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Composite of functions and inverse function on a finite set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$g=f^{-1}\circ(f\circ g)$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$g(n)=f^{-1}(n+1)$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$f^{-1}(n-1)$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g(n)=n\pm1$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$g(n)=f^{-1}(n+1)$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$g(n)=f^{-1}(n-1)$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$f(1..5)=2,4,6,8,10$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$f(6..10)=1,3,5,7,9$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$f^{-1}(n)=\frac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$n=2,4,6,8,10$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$f^{-1}(n)=\frac{n+11}2$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$n=1,3,5,7,9$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$g(n)=\frac{n+1}{2}$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$g(n)=\frac{n+10}2$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$g(10)=\frac{20}2=10$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$g(5)=3$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$g(1)+g(2)+g(3)+g(4)+g(5)=1+6+2+7+3=19$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$10\times19=190$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190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find a formula: for each needed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simply look up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table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find a formula: for each needed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simply look up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table which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$f(m)=n\pm1$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table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table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$3\to6$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$4\to8$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$5\to10$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$7\to3$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$8\to5$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$9\to7$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$10\to9$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first five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first five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$=1+6+2+7+3=19$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$g(10)=10$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190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uniqueness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guaranteed.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function defined by cases on a finite set, a lookup table is faster and less error-prone than a closed-form inverse.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bijective on the finite set before inverting (here its values are a permutation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$g=f^{-1}\circ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uniqueness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guaranteed.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function defined by cases on a finite set, a lookup table is faster and less error-prone than a closed-form inverse.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bijective on the finite set before inverting (here its values are a permutation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$1..10$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𝑖𝑠 𝑜𝑛𝑡𝑜 𝑎𝑛𝑑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$\{f:S\times S\to S:\ f\ \text{is onto and}\ f(a,b)=f(b,a)\ge a\ \forall (a,b)\in S\times 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onto functions with symmetry and an inequality condition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group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unordered pairs by their maximum and count.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$f(a,b)=f(b,a)\ge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$f(a,b)\ge\max(a,b)$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group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unordered pairs by their maximum and count.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unordered pairs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unordered pairs by their maximum: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pair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map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Every pair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Every pair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map to anything.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onto,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attained;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others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$f(a,b)=f(b,a)$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$f(a,b)\ge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$f(b,a)\ge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$f(a,b)\ge\max(a,b)$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unordered pairs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unordered pairs by their maximum: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$A=\{(1,1)\}$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$\{1,2\},\{2,2\}$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$\{1,3\},\{2,3\},\{3,3\}$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$\{1,4\},\{2,4\},\{3,4\},\{4,4\}$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pair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map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Every pair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Every pair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map to anything.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onto,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attained;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others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$f(1,1)=1$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automatically.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possible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at least one pair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come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no pair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three go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come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 pairs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some order: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at least one pair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at least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assignments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automatically.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possible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at least one pair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come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no pair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three go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come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 pairs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some order: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at least one pair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$2^3-1=7$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at least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$3^2-2^2=5$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assignments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$(2,2),(2,3),(3,2),(2,4),(4,2)$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$7\times5=35$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$=2+35=37$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complement: assignments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having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free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minus those in which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complement: assignments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having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free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minus those in which the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four pairs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needs: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present 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present 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Assignments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present 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$f(1,1)=1$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four pairs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needs: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present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present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$C\cup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Assignments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present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$(3^2-2^2)\times2^3=5\times8=40$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these, those with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all: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onto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these, those with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all: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$D\in\{(2,2),(2,4),(4,2)\}$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$C=(4,4,4)$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onto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$=40-3=37$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functions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functions on unordered pairs: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(10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bound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group the pairs by their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group of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unordered pairs and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'onto' with lower-bounded values, fix the forced values from the extremes first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automatically) and then use complement counting for the middle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functions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$S\times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functions on unordered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(10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bound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$f(a,b)\ge\max(a,b)$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group the pairs by their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group of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unordered pairs and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$\{m,\dots,n\}$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'onto' with lower-bounded values, fix the forced values from the extremes first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automatically) and then use complement counting for the middle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$c,k\in\mathbb{R}$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$f(x)=(c+1)x^2+(1-c^2)x+2k$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$f(x+y)=f(x)+f(y)-xy$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$|2(f(1)+f(2)+f(3)+\dots+f(20))|$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polynomial, Sum of squares and natural numbers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$f(x+y)=f(x)+f(y)-xy$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polynomial, Sum of squares and natural numbers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$2f(x)-f(2x)=x^2$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$c=-\frac32$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$f(x)=(c+1)x^2+(1-c^2)x+2k$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$f(x+y)=f(x)+f(y)-xy$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$f(0)=2f(0)\Rightarrow 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$f(2x)=2f(x)-x^2$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$2f(x)-f(2x)=x^2$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$2(c+1)x^2+2(1-c^2)x-(c+1)4x^2-(1-c^2)2x=x^2$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$-2(c+1)x^2=x^2$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$-2(1+c)=1\Rightarrow c=-\frac32$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$c+1=-\frac12$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$1-c^2=-\frac54$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$f(x)=-\frac{x^2}2-\frac{5x}4$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$2f(x)=-x^2-\frac52x$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$2\sum_{k=1}^{20}f(k)=-\left(\sum k^2+\frac52\sum k\right)=-\left(\frac{20\cdot21\cdot41}{6}+\frac52\cdot\frac{20\cdot21}{2}\right)$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$=-(2870+525)=-3395$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$\left|2\sum f(k)\right|=3395$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3395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Remove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additive, hence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Remove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setting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$g(x)=f(x)+\frac{x^2}2$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additive, hence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that is additive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$g(x+y)=f(x+y)+\frac{(x+y)^2}2=f(x)+f(y)-xy+\frac{x^2+2xy+y^2}2=g(x)+g(y)$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that is additive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$f(x)=-\frac{x^2}2+mx$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absolute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$f(x)=(c+1)x^2+(1-c^2)x+2k$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$c+1=-\frac12\Rightarrow c=-\frac32$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$m=1-c^2=-\frac54$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$2f(n)=-n^2-\frac52n$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$-(2870+525)=-3395$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absolute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3395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Cauchy's equation).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polynomial functional equations,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compare coefficients of the highest powers.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$f(x+y)=f(x)+f(y)+p\,xy$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 p2x^2+mx$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$g=f-\frac p2x^2$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Cauchy's equation).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$\sum_{k=1}^nk^2=\frac{n(n+1)(2n+1)}{6}$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$\sum_{k=1}^nk=\frac{n(n+1)}2$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polynomial functional equations,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compare coefficients of the highest powers.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polynomials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polynomials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$f(g(x))=8x^2-2x$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$g(f(x))=4x^2+6x+1$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$f(2)+g(2)$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polynomials: comparing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$f=ax^2+bx+c$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$g=dx+e$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$f(g(x))$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$g(f(x))$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$g(x)=dx+e$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$f(g(x))=a(dx+e)^2+b(dx+e)+c=ad^2x^2+(2ade+bd)x+(ae^2+be+c)$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$g(f(x))=d\,f(x)+e=adx^2+bdx+(cd+e)$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$g(f(x))=4x^2+6x+1$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$cd+e=1$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$f(g(x))=8x^2-2x$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$2ade+bd=-2$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$ae^2+be+c=0$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constant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$\frac{ad^2}{ad}=d=2$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$2ade+bd=-2$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$8e+6=-2$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$cd+e=1$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constant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$ae^2+be+c=2-3+1=0$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$f(x)=2x^2+3x+1$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$f(2)=8+6+1=15$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$f(2)+g(2)=18$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two unknowns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$g(f(x))=4x^2+6x+1$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two unknowns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$d,e$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$f(g(x))$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$g(f(x))=d\,f(x)+e=4x^2+6x+1\Rightarrow f(t)=\frac{4t^2+6t+1-e}{d}$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$f(g(x))=\frac{4(dx+e)^2+6(dx+e)+1-e}{d}=8x^2-2x$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$4(dx+e)^2+6(dx+e)+1-e=d(8x^2-2x)$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$4d^2=8d\Rightarrow 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$8de+6d=-2d\Rightarrow16e+12=-4\Rightarrow e=-1$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$4e^2+6e+1-e=4-6+1+1=0$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$f(t)=\frac{4t^2+6t+2}{2}=2t^2+3t+1$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$f(2)+g(2)=15+3=18$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quadratic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leading coefficients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ratio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substitute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reduce unknowns from five to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the constant terms, which are the easiest to mis-copy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quadratic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$\deg f(g)=\deg g(f)=2$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leading coefficients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ratio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$g(f(x))=d f(x)+e$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substitute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reduce unknowns from five to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the constant terms, which are the easiest to mis-copy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$ae^2+be+c$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$e^2+be+c$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Q22 – Q27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 for single correct)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pattern not printed in the paper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$f:\{1,2,3,4\}\to\{1,2,3,4,5,6\}$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$f(1)+f(2)=f(3)$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functions with a restriction on images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sum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$(f(1),f(2))$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sum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only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least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way,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only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$2,3,4,5,6$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$(f(1),f(2))=(1,1)$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way,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$(1,2),(2,1)$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$2\times6=12$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$(1,3),(3,1),(2,2)$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$3\times6=18$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$(1,4),(4,1),(2,3),(3,2)$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$4\times6=24$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$(1,5),(5,1),(2,4),(4,2),(3,3)$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$5\times6=30$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$=6+12+18+24+30=90$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90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stars and bars;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then forced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$(f(1),f(2))$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stars and bars;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then forced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positive integer pairs with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pair determines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uniquely;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$f(1),f(2)\ge1$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$f(3)\in\{1,\dots,6\}$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positive integer pairs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$\binom62=15$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$2,3,4,5,6$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$1+2+3+4+5=15$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pair determines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uniquely;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$=15\times6=90$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90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positive integer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counting functions, free inputs contribute a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each; only constrained inputs need casework.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Dependent value: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 the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positive integer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$=\frac{n(n-1)}2$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counting functions, free inputs contribute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each; only constrained inputs need casework.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Dependent value: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$f(1),f(2)$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 the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$(f(1),f(2))$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bijective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bijective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$f:\{1,3,5,7,\dots,99\}\to\{2,4,6,8,\dots,100\}$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$f(3)\ge f(9)\ge f(15)\ge f(21)\ge\dots\ge f(99)$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${}^{50}P_{17}$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${}^{50}P_{33}$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$33!\times17!$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$\frac{50!}{2}$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bijections with an ordering condition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inputs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get a decreasing order of values: choose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values (order is then forced) and arrange the rest freely.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inputs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$3,9,\dots,99$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get a decreasing order of values: choose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values (order is then forced) and arrange the rest freely.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inputs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 A.P.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 the inequalities are strict: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numbers are the images of these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their order is then forced (decreasing).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inputs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$3,9,15,\dots,99$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 A.P.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$99=3+(n-1)6$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 the inequalities are strict: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$f(3)&gt;f(9)&gt;\dots&gt;f(99)$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numbers are the images of these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${}^{50}C_{17}$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their order is then forced (decreasing).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 go to 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in any order: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bijections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 go to 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in any order: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bijections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$={}^{50}C_{17}\cdot33!={}^{50}C_{33}\cdot33!={}^{50}P_{33}$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${}^{50}P_{33}$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orderings of any chosen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values on these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inputs are equally many, and exactly one is decreasing.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Symmetry: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$17!$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orderings of any chosen set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values on these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inputs are equally many, and exactly one is decreasing.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bijections: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placed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marked inputs,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orders are equally likely among the bijections.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bijections: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placed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marked inputs,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orders are equally likely among the bijections.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orders is the decreasing one, so the favourable fraction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orders is the decreasing one, so the favourable fraction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$\frac1{17!}$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$=\frac{50!}{17!}={}^{50}P_{33}$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${}^{50}P_{33}=\frac{50!}{(50-33)!}=\frac{50!}{17!}$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${}^{50}P_{33}$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Order-restricted bijections: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 must be in a prescribed order, the count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 vs non-strict: with a bijection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injective)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automatically strict.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Order-restricted bijections: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 must be in a prescribed order, the count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$\frac{n!}{r!}$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${}^nC_r\cdot(n-r)!=\frac{n!}{r!}={}^nP_{n-r}$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 vs non-strict: with a bijection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injective)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automatically strict.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functions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 of the powers of those primes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one-one nor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$f,g:\mathbb{N}-\{1\}\to\mathbb{N}$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functions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 of the powers of those primes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$g(a)=a+1$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$a\in\mathbb{N}-\{1\}$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one-one nor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two functions: one-one and onto (number-theoretic function)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takes the same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(not one-one), and its smallest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never attained).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$f+g$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takes the same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(not one-one), and its smallest value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never attained).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exponent in the prime factorisation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exponent in the prime factorisation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$g(5)=6$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 (not one-one).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never taken: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 (it is an into function).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$(f+g)(2)=4$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$(f+g)(3)=5$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$(f+g)(4)=7$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$(f+g)(5)=7$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$(f+g)(4)=(f+g)(5)=7$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 (not one-one).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$(f+g)(a)=a+1+f(a)\ge a+2\ge4$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never taken: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 (it is an into function).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bound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handles 'onto', and consecutive integers whose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-values differ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produce collisions.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$(f+g)(a)=a+1+f(a)$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$a+2\le(f+g)(a)$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handles 'onto', and consecutive integers whose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-values differ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produce collisions.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never values: not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$(f+g)(a)=a+1+f(a)\ge a+2\ge4$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never values: not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$(f+g)(a)=(f+g)(b)$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$f(a)-f(b)=b-a$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$f(a)=f(a+1)+1$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gives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many collisions: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gives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$f(8)=3$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$f(9)=2$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many collisions: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exponent in the prime factorisation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squarefree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'one-one' for a sum of functions look for a collision with small arguments; to disprove 'onto' look at a lower bound on the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bounded relative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injective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slowly: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up to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exponent in the prime factorisation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$f(p^k)=k$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squarefree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'one-one' for a sum of functions look for a collision with small arguments; to disprove 'onto' look at a lower bound on the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$h(a)=a+u(a)$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bounded relative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injective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slowly: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function,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$f(x)=\sin^{-1}\left[2x^2-3\right]+\log_2\left(\log_{\frac12}\left(x^2-5x+5\right)\right)$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function,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$\left(-\sqrt{\frac52},\frac{5-\sqrt5}2\right)$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$\left(\frac{5-\sqrt5}2,\frac{5+\sqrt5}2\right)$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$\left(1,\frac{5-\sqrt5}2\right)$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$\left[1,\frac{5+\sqrt3}2\right)$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a function: greatest integer, inverse sine and logarithms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conditions: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Watch which endpoints are closed.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conditions: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$\left[2x^2-3\right]\in\{-1,0,1\}$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$x^2-5x+5&gt;0$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$\log_{1/2}(x^2-5x+5)&gt;0$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$0&lt;x^2-5x+5&lt;1$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Watch which endpoints are closed.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$-1\le[2x^2-3]\le1$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$-1\le2x^2-3&lt;2$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outer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the inequality).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excludes the negative branch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2\le2x^2&lt;5\Rightarrow1\le x^2&lt;\frac52$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$x\in\left(-\sqrt{\frac52},-1\right]\cup\left[1,\sqrt{\frac52}\right)$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$x^2-5x+5&gt;0\Rightarrow\left(x-\frac{5-\sqrt5}2\right)\left(x-\frac{5+\sqrt5}2\right)&gt;0$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$x&lt;\frac{5-\sqrt5}2$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$x&gt;\frac{5+\sqrt5}2$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outer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$\log_{\frac12}\left(x^2-5x+5\right)&gt;0$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$0&lt;x^2-5x+5&lt;1$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the inequality).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$x^2-5x+5&lt;1\Rightarrow x^2-5x+4&lt;0\Rightarrow x\in(1,4)$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excludes the negative branch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$\left(1,\sqrt{5/2}\right)\approx(1,1.58)$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$x&lt;\frac{5-\sqrt5}2\approx1.38$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domain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$P_1\cap P_2\cap P_3=\left(1,\frac{5-\sqrt5}2\right)$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$\left(1,\frac{5-\sqrt5}2\right)$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Test one point per option (or per excluded region) against the three conditions.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negative number is undefined: (A)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undefined: (B) is wrong.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$x^2-5x+5=12.44&gt;1$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$\log_{\frac12}(12.44)&lt;0$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negative number is undefined: (A)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$[5]=5$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undefined: (B) is wrong.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undefined: (D)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So (C) is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$\log_{\frac12}1=0$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undefined: (D)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$\left(1,\frac{5-\sqrt5}2\right)$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$[2x^2-3]=[-0.12]=-1$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$x^2-5x+5=0.44\in(0,1)$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$\log_{1/2}0.44&gt;0$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So (C) is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$\left(1,\frac{5-\sqrt5}2\right)$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 this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nested logs, require each argument positive in turn from the inside out: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endpoint inclusion separately: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lost because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u\le1$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 this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t&lt;2$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$0&lt;b&lt;1$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$0&lt;u&lt;1$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nested logs, require each argument positive in turn from the inside out: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$\log_{\frac12}(\cdot)&gt;0$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endpoint inclusion separately: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lost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$S=\left\{x\in[-6,3]-\{-2,2\}:\frac{|x+3|-1}{|x|-2}\ge0\right\}$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$T=\{x\in\mathbb{Z}:x^2-7|x|+9\le0\}$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$S\cap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Sets defined by modulus inequalities and integer elements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integers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test which of them lie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integers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$|x|\in\{2,3,4,5\}$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test which of them lie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quotient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$u^2-7u+9\le0\Rightarrow\frac{7-\sqrt{13}}2\le u\le\frac{7+\sqrt{13}}2$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$1.70\le|x|\le5.30$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$|x|\in\{2,3,4,5\}$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$T=\{-5,-4,-3,-2,2,3,4,5\}$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$N=|x+3|-1$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$D=|x|-2$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$x\in[-6,3]$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$N\ge0\iff x\ge-2$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$D&gt;0\iff|x|&gt;2$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$x\in[-6,-4]$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quotient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quotient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quotient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quotient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$x\in(-4,-2)$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$S=[-6,-4]\cup(2,3]$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$S\cap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$[-6,-4]\cup(2,3]$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$-5,-4$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$S\cap T=\{-5,-4,3\}$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solving the inequalities: test each integer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in the quotient.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solving the inequalities: test each integer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lies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$[-6,3]\setminus\{\pm2\}$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in the quotient.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Candidates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$T=\{\pm2,\pm3,\pm4,\pm5\}$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$1-7+9=3&gt;0$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Candidates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$[-6,3]\setminus\{\pm2\}$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$-5,-4,-3,3$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$\frac{|{-2}|-1}{5-2}=\frac13\ge0$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$\frac{1-1}{4-2}=0$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$\frac{0-1}{3-2}=-1&lt;0$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$\frac{6-1}{3-2}=5\ge0$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$S\cap T=\{-5,-4,3\}$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solve the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asked to count elements of an intersection with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list the integers of the finite set first and test them: faster than solving the full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critical points are zeros of numerator and denominator; exclude zeros of the denominator, include zeros of the numerator.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$x^2-7|x|+9\le0$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solve the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$\frac{7\pm\sqrt{13}}2\approx1.70,5.30$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asked to count elements of an intersection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list the integers of the finite set first and test them: faster than solving the full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$\frac{|x+a|-b}{|x|-c}\ge0$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critical points are zeros of numerator and denominator; exclude zeros of the denominator, include zeros of the numerator.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$f(0)+f(1)+f(-2)+f(3)=14$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Quadratic polynomial determined by given values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sum;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closes the equation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$f(0)=7-\lambda$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sum;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$f(3)-f(-2)$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closes the equation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$f(0)+3+\lambda+4=14\Rightarrow f(0)=7-\lambda=c$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$f(1)=a+b+c=3$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$f(3)=9a+3b+c=4$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$f(-2)=4a-2b+c=\lambda$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prints the denominator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(i):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$5a+5b=4-\lambda\Rightarrow a+b=\frac{4-\lambda}5$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prints the denominator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$\frac{4-\lambda}5+7-\lambda=3$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$4-\lambda+35-5\lambda=15\Rightarrow6\lambda=24$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Four values of a quadratic satisfy one fixed linear relation; find it from the nodes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Four values of a quadratic satisfy one fixed linear relation; find it from the nodes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$-2,0,1,3$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quadratic,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quadratic,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$w_1f(-2)+w_2f(0)+w_3f(1)+w_4f(3)=0$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w_i=0$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w_ix_i=0$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w_ix_i^2=0$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$w=(1,-5,5,-1)$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$-2+0+5-3=0$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$4+0+5-9=0$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sum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$f(-2)-5f(0)+5f(1)-f(3)=0$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$\lambda-5f(0)+15-4=0$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$f(0)=\frac{\lambda+11}5$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sum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$f(0)=7-\lambda$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$\lambda+11=35-5\lambda$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$6\lambda=24$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of degree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linear dependence among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its values; the coefficients are those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nodes the dependence is the Lagrange condition; here with the four nodes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weights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result by rebuilding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linear dependence among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its values; the coefficients are those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w_ix_i^k=0$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$k=0..n$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nodes the dependence is the Lagrange condition; here with the four nodes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$-2,0,1,3$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weights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$(1,-5,5,-1)$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result by rebuilding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$f(x)=\frac{x^2-x}{6}+3$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 for numerical)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pattern not printed in the paper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$A=\{x\in\mathbb{N}:x^2-10x+9\le0\}$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$B=\{n^2:n\in\mathbb{N}\}$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$f(x)\le(x-3)^2+1$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functions into the set of perfect squares with upper bounds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chooses its image independently among the perfect squares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multiply the numbers of choices.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chooses its image independently among the perfect squares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$\le(x-3)^2+1$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multiply the numbers of choices.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$x^2-10x+9\le0\Rightarrow(x-1)(x-9)\le0\Rightarrow x\in[1,9]$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$A=\{1,2,\dots,9\}$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$f(1)\le5\Rightarrow f(1)\in\{1^2,2^2\}$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$f(2)\le2\Rightarrow\{1^2\}$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$f(3)\le1\Rightarrow\{1^2\}$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$f(4)\le2\Rightarrow\{1^2\}$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$f(5)\le5\Rightarrow\{1^2,2^2\}$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choices are independent, so the number of functions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$f(6)\le10\Rightarrow\{1^2,2^2,3^2\}$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$f(7)\le17\Rightarrow\{1^2,\dots,4^2\}$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$f(8)\le26\Rightarrow\{1^2,\dots,5^2\}$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$f(9)\le37\Rightarrow\{1^2,\dots,6^2\}$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choices are independent, so the number of functions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$2\cdot1\cdot1\cdot1\cdot2\cdot3\cdot4\cdot5\cdot6=2\times(2\cdot3\cdot4\cdot5\cdot6)=2\times720=1440$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allowed set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injectivity means independent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perfect squares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one-one versions of such problems multiply from the most restricted input to the least restricted.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$f(x)\in B_x$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allowed set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$\prod|B_x|$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injectivity means independent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perfect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$n^2\le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$\lfloor\sqrt M\rfloor$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$M=(x-3)^2+1$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$|x-3|\ge1$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$k^2&lt;k^2+1&lt;(k+1)^2$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one-one versions of such problems multiply from the most restricted input to the least restricted.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1.89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28 questions, 112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Function (JEE Main) XII Sheet · Function · Exercise J-M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1.89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