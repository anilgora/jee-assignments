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3.0</c:v>
                </c:pt>
                <c:pt idx="1">
                  <c:v>3.0</c:v>
                </c:pt>
                <c:pt idx="2">
                  <c:v>4.0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4.0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Step 4: the PDF writes $2\int_0^\infty\frac{1}{1+u^2}\frac{du}{\sqrt2}=\sqrt2[\tan^{-1}u]_0^\infty$, which skips the substitution. The integrand after $u=\tan x$ is $\frac1{1+2u^2}$ (not $\frac1{1+u^2}$), and the value $\frac\pi{\sqrt2}$ needs $v=\sqrt2u$ (i.e. $\tan^{-1}(\sqrt2u)$). The final value $\frac{\pi}{\sqrt2}$ and the answer (A) are unchanged. Also the strictness of the bounds on $J$ is stated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Statement (C): the PDF proves a unique root of $8c^3-8c-7=0$ in $(1,2)$ but never rules out $c\in(0,1)$, which the claim 'unique $c\in(0,2)$' needs. Added: on $(0,1)$ $f'(x)=-\pi\sin\pi x&lt;0\neq\frac72$. All results and the answer (A, B, C, D)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027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in the Cartesian plane defined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direct common tangents to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unique circle passing through the four points of tangency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7   (C) 8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027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in the Cartesian plane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$C_2:x^2+y^2-10x+21=0$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direct common tangents to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unique circle passing through the four points of tangency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$P_1,P_2,Q_1$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7   (C) 8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 common tangents and a circle through the points of contact; chord length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about the line of centres,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one equal-distance equation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about the line of centres, 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one equal-distance equation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$C_2:(x-5)^2+y^2=4$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$O_2(5,0)$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external centre of similitude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direct common tangents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contact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feet of the perpendiculars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external centre of similitude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$T_e=\left(\frac{5(5)-2(0)}{5-2},0\right)=\left(\frac{25}{3},0\right)$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$y=m\left(x-\frac{25}{3}\right)\Rightarrow3mx-3y-25m=0$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$\frac{|-25m|}{\sqrt{9m^2+9}}=5\Rightarrow25m^2=9m^2+9\Rightarrow m=\pm\frac34$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direct common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$L_1:3x-4y-25=0$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$L_2:3x+4y-25=0$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contact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feet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$P_2=\left(\frac{31}{5},-\frac85\right)$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$Q_2=\left(\frac{31}{5},\frac85\right)$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are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$Q_2\left(\frac{31}{5},\frac85\right)$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$(3-x_0)^2+16=\left(\frac{31}{5}-x_0\right)^2+\frac{64}{25}\Rightarrow x_0=\frac52$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$R_3^2=\left(3-\frac52\right)^2+16=\frac{65}{4}$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$C_3:\left(x-\frac52\right)^2+y^2=\frac{65}{4}$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$x^2+y^2-5x-10=0$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$x^2+\frac{16}{9}x^2-5x-10=0\Rightarrow25x^2-45x-90=0\Rightarrow(5x+6)(x-3)=0$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$AB=\sqrt{1+m^2}\,|x_1-x_2|=\sqrt{1+\frac{16}{9}}\left|3+\frac65\right|=\frac53\times\frac{21}{5}=7$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 theorem on the right trapezoid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 theorem on the right trapezoid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$O_1P_1P_2O_2$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$O_1O_2$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midpoints: the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direct tangent segment: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$O_1P_1\perp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$O_2P_2\perp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$O_1P_1P_2O_2$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midpoints: the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$MP_1=MP_2$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$MQ_1=MQ_2$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$MP_1=MQ_1$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$M=\left(\frac52,0\right)$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direct tangent segment: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$P_1P_2=\sqrt{(O_1O_2)^2-(R_1-R_2)^2}=\sqrt{25-9}=4$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$R_3^2=MP_1^2=\left(\frac{P_1P_2}{2}\right)^2+\left(\frac72\right)^2=4+\frac{49}{4}=\frac{65}{4}$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$M\left(\frac52,0\right)$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$\frac{10}{5}=2$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$AB=2\sqrt{R_3^2-2^2}=2\sqrt{\frac{65}{4}-4}=2\times\frac72=7$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 common tangent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transverse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external centre of similitude divides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direct common tangents pass through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of contact of the two direct common tangents lie on a circle centred at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 common tangent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$\sqrt{d^2-(R_1-R_2)^2}$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transverse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$\sqrt{d^2-(R_1+R_2)^2}$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external centre of similitude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$R_1:R_2$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direct common tangents pass through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of contact of the two direct common tangents lie on a circle centred at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$\rho^2=\frac{d^2+4R_1R_2}{4}$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$\rho^2=\frac{25+40}{4}=\frac{65}{4}$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$2\sqrt{\rho^2-p^2}$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non-uniformly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points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$g:[0,\infty)\to\mathbb{R}$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non-uniformly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$g(t)=\begin{cases}4t-t^2, &amp; 0\le t\le3\\ t^2-8t+18, &amp; 3&lt;t\le6\\ 4t-18, &amp; t&gt;6\end{cases}$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$f(x)=\max_{t\in[0,x]}g(t)$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points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$S=\{2,4+\sqrt2,6\}$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$\int_0^2f(x)\,dx=\frac{16}{3}$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$S=\{4+\sqrt2\}$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$f'(2)+f'(6)=4$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$S=\{2,4,6\}$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$\int_0^4f(x)\,dx=\frac{40}{3}$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$S=\{4+\sqrt2,6\}$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integral of a piecewise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$f(x)=\max_{t\in[0,x]}g(t)$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integral of a piecewise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running maximum is flat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below its old peak and has a corner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climbs back to that peak with non-zero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running maximum is flat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below its old peak and has a corner only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climbs back to that peak with non-zero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$g'(t)=4-2t$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earlier peak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regained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until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$3&lt;t\le6$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$g'(t)=2t-8$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$g(6)=6$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earlier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regained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$t^2-8t+18=4\Rightarrow t=4+\sqrt2$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until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$2&lt;x&lt;4+\sqrt2$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$f(x)=\begin{cases}4x-x^2, &amp; 0\le x\le2\\ 4, &amp; 2&lt;x&lt;4+\sqrt2\\ x^2-8x+18, &amp; 4+\sqrt2\le x\le6\\ 4x-18, &amp; x&gt;6\end{cases}$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$\lim_{x\to2^-}f'(x)=4-2(2)=0$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$\lim_{x\to2^+}f'(x)=0$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$\lim_{x\to6^-}f'(x)=2(6)-8=4$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$\lim_{x\to6^+}f'(x)=4$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$f'(6)=4$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Options (A), (C), (D) all state a wrong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$2(4+\sqrt2)-8=2\sqrt2$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$S=\{4+\sqrt2\}$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$f'(2)+f'(6)=0+4=4$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Options (A), (C), (D) all state a wrong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new records and stays flat otherwise, so smoothness is decided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joins.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new records and stays flat otherwise, so smoothness is decided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joins.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setting a new maximum, and is constant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earlier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Peak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rising arc meeting a flat piece with the same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climbs back to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branch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setting a new maximum, and is constant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earlier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Peak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rising arc meeting a flat piece with the same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climbs back to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$t^2-8t+14=0$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$4-\sqrt2&lt;3$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flat piece: a corner,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formula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flat there: no corner.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branches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values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equal slopes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$g'(4+\sqrt2)=2(4+\sqrt2)-8=2\sqrt2\neq0$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flat piece: a corner,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$4+\sqrt2\in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formula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flat there: no corner.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branches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$t^2-8t+18$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equal slopes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$S=\{4+\sqrt2\}$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$f'(6)=g'(6)=4$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$f'(2)+f'(6)=4$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running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non-decreasing. It is non-differentiable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regains its previous maximum with non-zero slope, or where a rising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of its 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its running maximum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flat. At a smooth peak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join is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test the joins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equal values and equal slopes mean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(C) has a true integral but a wrong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running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$f(x)=\max_{[0,x]}g$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non-decreasing. It is non-differentiable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regains its previous maximum with non-zero slope, or where a rising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of its 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its running maximum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flat. At a smooth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join is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test the joins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equal values and equal slopes mean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$\int_0^4f(x)\,dx=\int_0^2(4x-x^2)dx+4\cdot2=\frac{16}{3}+8=\frac{40}{3}$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(C) has a true integral but a wrong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fixed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circle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radical centre of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power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the length of the tangent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fixed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$S_2:x^2+y^2-6x+8=0$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radical centre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power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the length of the tangent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Radical centre and power of a point, Parabola as a locus (focus-directrix property)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centre moves on the fixed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power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least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centre moves on the fixed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power w.r.t.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$\frac94-1+y_0^2$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least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$y_0=0$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$S_1-S_2=0\Rightarrow6x-9=0\Rightarrow x_0=\frac32$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parabola with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radical centre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$(h-3)^2+k^2=(h+3)^2\Rightarrow k^2=12h$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$(x-h)^2+(y-k)^2=(h+3)^2\Rightarrow x^2+y^2-2hx-2ky+6h-9=0$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$hx+ky-3h+4=0$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$P\left(\frac32,y_0\right)$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$h=\frac{k^2}{12}$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$\frac{k^2}{12}\cdot\frac32+ky_0-3\cdot\frac{k^2}{12}+4=0\Rightarrow ky_0-\frac{k^2}{8}+4=0$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radical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$y_0=\frac k8-\frac4k$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is minimum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exists). The minimum power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so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𝑝𝑜𝑤𝑒𝑟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$x_0^2+y_0^2-1=\frac94+y_0^2-1=y_0^2+\frac54$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is minimum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exists). The minimum power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so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$\sqrt{\text{power}}=\sqrt{\frac54}=\frac{\sqrt5}{2}$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first, then show the bound is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explicit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attains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first, then show the bound is attained: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$OP\ge\frac32$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$OP^2-1\ge\frac54$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explicit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attains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w.r.t. all three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Attainment: take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w.r.t. all three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$OP\ge\frac32$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$p\ge\frac94-1=\frac54$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Attainment: take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$(h,k)=\left(\frac83,4\sqrt2\right)$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$k^2=12h$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$32=12\cdot\frac83$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$h+3=\frac{17}{3}$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its radius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radical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radical 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$\left(3-\frac83\right)^2+32=\frac19+32=\frac{289}{9}=\left(\frac{17}{3}\right)^2$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its radius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$hx+ky-3h+4=\frac83x+4\sqrt2\,y-4=0$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$P=\left(\frac32,0\right)$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radical 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p=\frac{\sqrt5}{2}$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centre of three circles is the common point of the three radical axes; its power is the same for all three, and the tangent length from it to each circle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𝑝𝑜𝑤𝑒𝑟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 fixed line has its centre on the parabola with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that line (radius = distance to the line =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two circles: subtract their equations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the power over a line of possible radical centres, take the point of that line nearest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it is attainable.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centre of three circles is the common point of the three radical axes; its power is the same for all three, and the tangent length from it to each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$\sqrt{\text{power}}$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 fixed line has its centre on the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that line (radius = distance to the line =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two circles: subtract their equations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the power over a line of possible radical centres, take the point of that line nearest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it is attainable.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79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periodic function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definite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inequalities is satisfied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79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periodic function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$f(x)=\frac{1}{1+\sin^2x}$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definite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$I=\int_0^{2026\pi}\frac{x^2f(x)}{1+x^2}\,dx$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inequalities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$1013\sqrt2\pi-\tan^{-1}(2026\pi)&lt;I&lt;1013\sqrt2\pi-\frac12\tan^{-1}(2026\pi)$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$1013\sqrt2\pi-\frac12\tan^{-1}(2026\pi)&lt;I&lt;1013\sqrt2\pi$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$2026\sqrt2\pi-\tan^{-1}(2026\pi)&lt;I&lt;2026\sqrt2\pi-\frac12\tan^{-1}(2026\pi)$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$2026\sqrt2\pi-\frac12\tan^{-1}(2026\pi)&lt;I&lt;2026\sqrt2\pi$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a periodic function and estimation of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periodic part integrates exactly, the rest needs only bounds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$\frac{x^2}{1+x^2}=1-\frac1{1+x^2}$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periodic part integrates exactly, the rest needs only bounds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$\frac12\le f\le1$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periodicity,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$\frac{x^2f(x)}{1+x^2}=\frac{(1+x^2-1)f(x)}{1+x^2}=f(x)-\frac{f(x)}{1+x^2}$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periodicity,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$\int_0^{2026\pi}f(x)\,dx=2026\int_0^{\pi}\frac{dx}{1+\sin^2x}$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remaining part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$\int_0^\pi\frac{dx}{1+\sin^2x}=2\int_0^{\pi/2}\frac{\sec^2x}{\sec^2x+\tan^2x}\,dx=2\int_0^{\pi/2}\frac{\sec^2x}{1+2\tan^2x}\,dx$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$2\int_0^{\infty}\frac{du}{1+2u^2}=2\cdot\frac{1}{\sqrt2}\left[\tan^{-1}(\sqrt2\,u)\right]_0^\infty=\sqrt2\cdot\frac\pi2=\frac{\pi}{\sqrt2}$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$\int_0^{2026\pi}f(x)\,dx=2026\cdot\frac{\pi}{\sqrt2}=1013\sqrt2\,\pi$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remaining part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$J=\int_0^{2026\pi}\frac{f(x)}{1+x^2}\,dx$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$0\le\sin^2x\le1$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f(x)\le1$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integrating (strictly, the bounds being met only at isolated points):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bounds reverse: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$\frac{1}{2(1+x^2)}\le\frac{f(x)}{1+x^2}\le\frac{1}{1+x^2}$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integrating (strictly, the bounds being met only at isolated points):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$\frac12\tan^{-1}(2026\pi)&lt;J&lt;\tan^{-1}(2026\pi)$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$I=1013\sqrt2\,\pi-J$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bounds reverse: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$1013\sqrt2\,\pi-\tan^{-1}(2026\pi)&lt;I&lt;1013\sqrt2\,\pi-\frac12\tan^{-1}(2026\pi)$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by size first, then use the mean value of one period and the strict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by size first, then use the mean value of one period and the strict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$f&gt;\frac12$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(C) and (D) have lower bounds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over a period: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$\frac{x^2}{1+x^2}&lt;1$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$I&lt;\int_0^{2026\pi}1\,dx=2026\pi\approx6365$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(C) and (D) have lower bounds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$2026\sqrt2\pi-\frac\pi2\approx9000&gt;6365$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over a period: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$\int_0^{2026\pi}f=2026\int_0^\pi\frac{dx}{1+\sin^2x}=2026\cdot\frac{\pi}{\sqrt{1\cdot2}}=1013\sqrt2\pi\ (\approx4501)$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$\int_0^\pi\frac{dx}{a+b\sin^2x}=\frac{\pi}{\sqrt{a(a+b)}}$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isolated points,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 claims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contradiction; so only (A) remains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its lower end).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$I=1013\sqrt2\pi-J$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$J=\int_0^{2026\pi}\frac{f}{1+x^2}dx$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isolated points,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$J&gt;\frac12\tan^{-1}(2026\pi)$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$I&lt;1013\sqrt2\pi-\frac12\tan^{-1}(2026\pi)$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 claims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$I&gt;1013\sqrt2\pi-\frac12\tan^{-1}(2026\pi)$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contradiction; so only (A) remains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$J&lt;\tan^{-1}(2026\pi)$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its lower end).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separate an exactly integrable periodic part from a convergent tail, and bound the tail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not identically equal,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inequality).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$\int_0^{nT}f(x)\,dx=n\int_0^Tf(x)\,dx$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$\int_0^\pi\frac{dx}{a+b\sin^2x}=\frac{\pi}{\sqrt{a(a+b)}}$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$a&gt;0,\ a+b&gt;0$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$\frac{x^2}{1+x^2}=1-\frac{1}{1+x^2}$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separate an exactly integrable periodic part from a convergent tail, and bound the tail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 f\le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$m\tan^{-1}b&lt;\int_0^b\frac{f}{1+x^2}dx&lt;M\tan^{-1}b$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not identically equal,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g&lt;\int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inequality).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variable point lying on the line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a pair of tangents are drawn to the circle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touching it at the points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Then which of the following statement(s) is (are) TRUE?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chord of contact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always passes through the fixed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locus of the 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locus of the midpoint of the chord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circle passing through the origin.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minimum length of the chord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occurs when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perpendicular to the line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the origin).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$C:x^2+y^2=4$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$L:3x+4y=25$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variable point lying on the line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a pair of tangents are drawn to the circle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touching it at the points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Then which of the following statement(s) is (are) TRUE?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chord of contact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always passes through the fixed point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$\left(\frac{12}{25},\frac{16}{25}\right)$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locus of the circumcentre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$6x+8y=25$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locus of the midpoint of the chord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circle passing through the origin.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minimum length of the chord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occurs when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perpendicular to the line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the origin).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contact, pole and polar, and loci in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line, is a family of lines through the pole of that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$xx_1+yy_1=4$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line, is a family of lines through the pole of that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family of lines passes through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fixed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cyclic and the circumcircle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 Its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$y_1=\frac{25-3x_1}{4}$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$xx_1+y\left(\frac{25-3x_1}{4}\right)=4\Rightarrow x_1(4x-3y)+(25y-16)=0$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family of lines passes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$25y-16=0$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$\left(\frac{12}{25},\frac{16}{25}\right)$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OAP=\angle OBP=90^\circ$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cyclic and the circumcircle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 Its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$h=\frac{x_1}{2},\ k=\frac{y_1}{2}\Rightarrow x_1=2h,\ y_1=2k$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$3x_1+4y_1=25$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$3(2h)+4(2k)=25\Rightarrow6h+8k=25$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$6x+8y=25$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with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passing through the origin.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the chord of contact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$xx_0+yy_0=x_0^2+y_0^2$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$\frac{x_0}{x_1}=\frac{y_0}{y_1}=\frac{x_0^2+y_0^2}{4}$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$x_1=\frac{4x_0}{x_0^2+y_0^2},\ y_1=\frac{4y_0}{x_0^2+y_0^2}$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$3x_1+4y_1=25$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$3\left(\frac{4x_0}{x_0^2+y_0^2}\right)+4\left(\frac{4y_0}{x_0^2+y_0^2}\right)=25\Rightarrow25(x_0^2+y_0^2)-12x_0-16y_0=0$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$25(x^2+y^2)-12x-16y=0$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passing through the origin.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the chord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$AB=\frac{2R\sqrt{d^2-R^2}}{d}=\frac{2(2)\sqrt{d^2-4}}{d}=4\sqrt{1-\frac{4}{d^2}}$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 The least distance from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(C) and (D) are all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$1-\frac4{d^2}$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 The least distance from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(C) and (D) are all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Pole-polar and inversion: the chord of contact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circle, and the circumcentre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Pole-polar and inversion: the chord of contact is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circle, and the circumcentre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polars of all points of a line pass through the pole of that line.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polars of all points of a line pass through the pole of that line.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$\left(\frac{4\cdot3}{25},\frac{4\cdot4}{25}\right)=\left(\frac{12}{25},\frac{16}{25}\right)$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homothety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$6x+8y=25$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a line not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inverse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is the circle with diameter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$OA^2=ON\cdot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$ON\cdot OP=4$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a line not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inverse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$\left(\frac{12}{25},\frac{16}{25}\right)$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is the circle with diameter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$x^2+y^2-\frac{12}{25}x-\frac{16}{25}y=0$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least for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$ON=\frac4d$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$AB=2\sqrt{4-ON^2}=4\sqrt{1-\frac4{d^2}}$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least for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(polar) of every point of a line passes through the pole of that line.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of contact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line not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(polar) of every point of a line passes through the pole of that line.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$\left(\frac{lr^2}{n},\frac{mr^2}{n}\right)$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$O,A,P,B$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of contact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$ON\cdot OP=r^2$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line not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$AB=\frac{2r\sqrt{d^2-r^2}}{d}$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$d_{\min}=5$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$AB_{\min}=\frac{4\sqrt{21}}{5}\approx3.67$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943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second derivative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According to Lagrange's Mean Value Theorem applied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subinterval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number of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943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$f(x)=\lim_{n\to\infty}\frac{x^{2n}(x^4-2x^2+2)+(\cos(\pi x)+2)}{x^{2n}+1}$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second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$\lim_{x\to0}\frac{f(x)-3+\frac{\pi^2x^2}{2}}{x^4}=\frac{\pi^4}{24}$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According to Lagrange's Mean Value Theorem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subinterval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number of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function defined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differentiability and higher derivatives, Lagrange's mean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function defined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differentiability and higher derivatives, Lagrange's mean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$x^{2n}\to0,\infty$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$\cos\pi 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$x^4-2x^2+2$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$\frac{(1-2+2)+(\cos\pi+2)}{2}=1$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$f(x)=\cos\pi 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$\lim_{x\to1^-}f(x)=\cos\pi+2=1$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$\lim_{x\to1^+}f(x)=1-2+2=1$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$f'_-(1)=\lim_{h\to0^+}\frac{\cos(\pi(1-h))+2-1}{-h}=\lim_{h\to0^+}\frac{1-\cos(\pi h)}{-h}=0$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$f'_+(1)=\lim_{h\to0^+}\frac{(1+h)^4-2(1+h)^2+2-1}{h}=\lim_{h\to0^+}\frac{((1+h)^2-1)^2}{h}=0$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$f''_-(1)=\lim_{h\to0^+}\frac{-\pi\sin(\pi(1-h))-0}{-h}=\pi^2$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$f''_+(1)=\lim_{h\to0^+}\frac{4(1+h)^3-4(1+h)-0}{h}=8$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by symmetry neither does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Lagrange's MVT gives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$\pi^2\neq8$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by symmetry neither does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$f(x)=\cos\pi 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$\lim_{x\to0}\frac{\cos\pi x-1+\frac{\pi^2x^2}{2}}{x^4}=\lim_{x\to0}\frac{\left(1-\frac{\pi^2x^2}{2}+\frac{\pi^4x^4}{24}-\dots\right)-1+\frac{\pi^2x^2}{2}}{x^4}=\frac{\pi^4}{24}$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Lagrange's MVT gives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$f'(c)=\frac{f(2)-f(0)}{2}=\frac{10-3}{2}=\frac72$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there.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there. Thus a unique root exists, and it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$f'(x)=-\pi\sin\pi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there.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$4c^3-4c=\frac72\Rightarrow8c^3-8c-7=0$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$h(x)=8x^3-8x-7$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$h(2)=41&gt;0$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$h'(x)=24x^2-8&gt;0$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there. Thus a unique root exists, and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$4x(x^2-1)&lt;0$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(D) is true. So (A), (B), (C), (D) are all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$-\pi\sin\pi x=0\Rightarrow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$4x(x^2-1)&gt;0$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(D) is true. So (A), (B), (C), (D) are all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Local expansion at the join: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Local expansion at the join: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$f-1\approx\frac{\pi^2}{2}h^2$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$4h^2$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$f\in C^1$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Outside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the one-sided second derivatives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unequal,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$f-1=1+\cos(\pi+\pi h)=1-\cos\pi h=\frac{\pi^2h^2}{2}-\dots$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Outside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$f-1=(x^2-1)^2=h^2(2+h)^2=4h^2+\dots$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$O(h^2)$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$f-1\approx\frac{f''}{2}h^2$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the one-sided second derivatives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happens only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once.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only zero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oddness,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zeros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 x=1-\frac{\pi^2x^2}{2}+\frac{\pi^4x^4}{24}-\dots$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$\frac{f(x)-3+\frac{\pi^2x^2}{2}}{x^4}\to\frac{\pi^4}{24}$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$f'=-\pi\sin\pi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$f'=4x(x^2-1)$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$f''=12x^2-4&gt;0$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happens only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once.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only zero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oddness,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zeros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 where two pieces agree in value and in slope,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the second derivatives of the two pieces also agree there.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extraction: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 on any interval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monotone. Locate the right subinterval from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$\lim_{n\to\infty}\frac{x^{2n}A(x)+B(x)}{x^{2n}+1}$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 where two pieces agree in value and in slope,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the second derivatives of the two pieces also agree there.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extraction: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$\frac{\cos\pi x-1+\frac{\pi^2x^2}{2}}{x^4}\to\frac{\pi^4}{24}$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$\frac{f(b)-f(a)}{b-a}$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 on any interval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monotone. Locate the right subinterval from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$f(x)=\int_{-x}^{x}\frac{t^2+\cos t}{1+e^t}\,dt$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$f(\pi)=\frac{\pi^3}{3}$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definite integrals with symmetric limits, Monotonicity, odd functions and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with limits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these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with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$\frac1{1+e^{-x}}$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these add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$f'(x)=\frac{x^2+\cos x}{1+e^x}\cdot(1)-\frac{(-x)^2+\cos(-x)}{1+e^{-x}}\cdot(-1)$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$f'(x)=\frac{x^2+\cos x}{1+e^x}+\frac{x^2+\cos x}{1+e^{-x}}=(x^2+\cos x)\left(\frac{1}{1+e^x}+\frac{e^x}{e^x+1}\right)=x^2+\cos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$x^2+\cos x\ge 1+\cos 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$f(x)=\frac{x^3}{3}+\sin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$f(x)=\frac{x^3}{3}+\sin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$f(\pi)=\frac{\pi^3}{3}+\sin\pi=\frac{\pi^3}{3}$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 Hence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$\lim_{x\to0}\frac{f(x)}{x}=\lim_{x\to0}\left(\frac{x^2}{3}+\frac{\sin x}{x}\right)=1\neq0$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 Hence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differentiation of the integral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$\int_{-a}^{a}\frac{h(t)}{1+e^t}dt=\int_0^a h(t)\,dt$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differentiation of the integral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first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$h(t)=t^2+\cos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$f(x)=\int_{-x}^{0}\frac{h(t)}{1+e^t}dt+\int_0^x\frac{h(t)}{1+e^t}dt$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first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$\int_0^x\frac{h(t)}{1+e^{-t}}dt$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$f(x)=\int_0^xh(t)\left(\frac{1}{1+e^{-t}}+\frac{1}{1+e^{t}}\right)dt=\int_0^xh(t)\,dt$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$\frac{e^t}{1+e^t}+\frac{1}{1+e^t}=1$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(B),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$f(x)=\left[\frac{t^3}{3}+\sin t\right]_0^x=\frac{x^3}{3}+\sin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(B),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$f(\pi)=\frac{\pi^3}{3}$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$f'(x)=x^2+\cos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$\frac{f(x)}{x}\to1\neq0$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king/pairing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$\int_{-a}^{a}\frac{h(t)}{1+k^t}dt=\int_0^ah(t)\,dt$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king/pairing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$\frac{d}{dx}\int_{u(x)}^{v(x)}\phi(t)\,dt=\phi(v)\,v'-\phi(u)\,u'$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$f(x)=\int_{-x}^{x}\phi(t)\,dt$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$f'(x)=\phi(x)+\phi(-x)$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$\lim_{x\to0}\frac{f(x)}{x}=f'(0)$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$f'(0)=0^2+\cos0=1$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inverse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the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$f(x)=\left|\begin{matrix}x&amp;1&amp;1\\-1&amp;x&amp;1\\-1&amp;-1&amp;x\end{matrix}\right|$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inverse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$D(x)=\left|\begin{matrix}g(x)&amp;1&amp;0\\g'(x)&amp;g(x)&amp;1\\g''(x)&amp;g'(x)&amp;g(x)\end{matrix}\right|$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$g'(4)=\frac16$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$g''(4)=-\frac{1}{72}$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$D(4)=\frac{23}{36}$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$D'(4)=\frac{55}{108}$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154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Determinants, Derivatives of an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$g'=\frac1{f'}$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$g''=-\frac{f''}{f'^3}$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$g'''=\frac{3f''^2-f'f'''}{f'^5}$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evaluated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bijective, and the inverse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real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$f(x)=x(x^2+1)-1(-x+1)+1(1+x)=x^3+3x$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bijective, and the inverse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$f'(x)=3x^2+3\Rightarrow f'(1)=6$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$f''(x)=6x\Rightarrow f''(1)=6$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$f'''(x)=6\Rightarrow f'''(1)=6$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which claims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$g'(f(x))=\frac{1}{f'(x)}\Rightarrow g'(4)=\frac{1}{f'(1)}=\frac16$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$g''(f(x))\,(f'(x))^2+g'(f(x))f''(x)=0\Rightarrow g''(f(x))=-\frac{f''(x)}{(f'(x))^3}$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$g''(4)=-\frac{6}{6^3}=-\frac{1}{36}$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which claims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$D=g(g^2-g')-1\cdot(g'g-g'')=g^3-2gg'+g''$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$D(4)=1^3-2(1)\left(\frac16\right)+\left(-\frac1{36}\right)=1-\frac13-\frac1{36}=\frac{23}{36}$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$g''(f(x))=-\frac{f''(x)}{(f'(x))^3}$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$g'''(f(x))\,f'(x)=\frac{-f'''(f')^3+3(f'')^2(f')^2}{(f')^6}=\frac{3(f'')^2-f'''f'}{(f')^4}$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$g'''(f(x))=\frac{3(f'')^2-f'''f'}{(f')^5}$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$g'''(4)=\frac{3(6^2)-6(6)}{6^5}=\frac{72}{6^5}=\frac{1}{108}$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$D'=3g^2g'-2(g')^2-2gg''+g'''$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$g^3-2gg'+g''$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$D'(4)=3(1)^2\left(\frac16\right)-2\left(\frac16\right)^2-2(1)\left(-\frac1{36}\right)+\frac1{108}=\frac12-\frac{2}{36}+\frac{2}{36}+\frac1{108}=\frac{55}{108}$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$s=g(y)$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$\frac{d}{dy}=\frac{1}{3(s^2+1)}\frac{d}{ds}$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$y=s^3+3s$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$\frac{d}{dy}=\frac{1}{3(s^2+1)}\frac{d}{ds}$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$g'=\frac{1}{3(s^2+1)}$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$g''=\frac{1}{3(s^2+1)}\cdot\frac{-2s}{3(s^2+1)^2}=-\frac{2s}{9(s^2+1)^3}$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$-\frac{2}{72}=-\frac1{36}$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$D=g^3-2gg'+g''=s^3-\frac{2s}{3(s^2+1)}-\frac{2s}{9(s^2+1)^3}$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$D(s=1)=1-\frac13-\frac1{36}=\frac{23}{36}$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$\frac{dD}{ds}=3s^2-\frac23\cdot\frac{1-s^2}{(s^2+1)^2}-\frac29\cdot\frac{1-5s^2}{(s^2+1)^4}$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$3-0+\frac{2}{9}\cdot\frac{4}{16}=\frac{55}{18}$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$D'(4)=\frac{dD}{ds}\cdot\frac{ds}{dy}=\frac{55}{18}\cdot\frac16=\frac{55}{108}$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an inverse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inspection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with a row/column pattern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reduces to a cubic: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an inverse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$y_0=f(x_0)$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$g'=\frac1{f'}$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$g''=-\frac{f''}{f'^3}$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$g'''=\frac{3f''^2-f'f'''}{f'^5}$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inspection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$x^3+3x=4\Rightarrow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$\left|\begin{matrix}a&amp;1&amp;0\\b&amp;a&amp;1\\c&amp;b&amp;a\end{matrix}\right|=a^3-2ab+c$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$a(a^2-b)-(ab-c)$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with a row/column pattern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reduces to a cubic: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$\left|\begin{matrix}x&amp;1&amp;1\\-1&amp;x&amp;1\\-1&amp;-1&amp;x\end{matrix}\right|=x^3+3x$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parametrically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slope of the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on the curve where the tangent is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4   (C) 8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parametrically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$x(t)=\ln(t^2+1)-\frac{t^2}{t^2+1}$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$y(t)=\frac{t^4}{4}-t^2+\frac32\ln(t^2+1)+\frac{1}{2(t^2+1)}$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slope of the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on the curve where the tangent is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4   (C) 8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differentiation and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again by the chain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again by the chain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$\frac{df}{dx}=\frac{df/dt}{dx/dt}$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$\frac{dx}{dt}=\frac{2t}{t^2+1}-\frac{2t(t^2+1)-2t^3}{(t^2+1)^2}=\frac{2t^3}{(t^2+1)^2}$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$\frac{dy}{dt}=t^3-2t+\frac{3t}{t^2+1}-\frac{t}{(t^2+1)^2}=\frac{t^7}{(t^2+1)^2}$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$f(x)=\frac{dy}{dx}=\frac{dy/dt}{dx/dt}=\frac{t^7}{2t^3}=\frac{t^4}{2}$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$\frac{df}{dx}=\frac{df/dt}{dx/dt}=\frac{2t^3}{\frac{2t^3}{(t^2+1)^2}}=(t^2+1)^2$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$\frac{t^4}{2}=\frac12\Rightarrow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$\frac{df}{dx}\Big|_{t=1}=(1^2+1)^2=4$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simplifying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$\frac{d^2y}{dx^2}=\frac{x'y''-y'x''}{(x')^3}$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simplifying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$x'=\frac{2t^3}{(t^2+1)^2}$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$y'=\frac{t^7}{(t^2+1)^2}$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$\frac{y'}{x'}=\frac{t^4}{2}=\frac12$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$x''=\frac{6t^2}{(t^2+1)^2}-\frac{8t^4}{(t^2+1)^3}$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$x''(1)=\frac64-1=\frac12$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$y''=\frac{7t^6}{(t^2+1)^2}-\frac{4t^8}{(t^2+1)^3}$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$y''(1)=\frac74-\frac12=\frac54$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$\frac{df}{dx}=\frac{d^2y}{dx^2}=\frac{x'y''-y'x''}{(x')^3}=\frac{\frac12\cdot\frac54-\frac14\cdot\frac12}{\frac18}=\frac{\frac58-\frac18}{\frac18}=4$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parametrisations are built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nicely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simplify before taking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$\frac{dy}{dx}=\frac{y'}{x'}$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$\frac{d^2y}{dx^2}=\frac{x'y''-y'x''}{(x')^3}$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$\frac{df}{dx}=\frac{d^2y}{dx^2}$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parametrisations are built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nicely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$\frac{2t^3}{(t^2+1)^2}$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$\frac{t^7}{(t^2+1)^2}$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simplify before taking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parametrically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slope of the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interval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parametrically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$x(t)=\ln(t^2+1)-\frac{t^2}{t^2+1}$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$y(t)=\frac{t^4}{4}-t^2+\frac32\ln(t^2+1)+\frac{1}{2(t^2+1)}$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slope of the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$g(x)=f(x)-(e^2)x$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interval in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$\left(0,\frac1e\right)$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$\left(\frac1e,\infty\right)$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differentiation,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$t&gt;t_0$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$x&gt;x(t_0)$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increasing 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$\frac{dg}{dx}=\frac{df}{dx}-e^2=(t^2+1)^2-e^2$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increasing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$\frac{dg}{dx}&gt;0$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$(t^2+1)^2-e^2&gt;0\Rightarrow t^2+1&gt;e\Rightarrow t&gt;\sqrt{e-1}$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$\frac{dx}{dt}=\frac{2t^3}{(t^2+1)^2}&gt;0$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$t&gt;\sqrt{e-1}$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$x&gt;x(\sqrt{e-1})$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$x(\sqrt{e-1})=\ln e-\frac{e-1}{e}=1-1+\frac1e=\frac1e$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$x\in\left(\frac1e,\infty\right)$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condition becomes simply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$s=t^2+1$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$x=\ln s+\frac1s-1$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condition becomes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$s&gt;e$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$s=t^2+1&gt;1$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 s-\frac{s-1}{s}=\ln s+\frac1s-1$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$\frac{dx}{ds}=\frac1s-\frac1{s^2}=\frac{s-1}{s^2}&gt;0$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$\frac{dg}{dx}=s^2-e^2&gt;0\iff s&gt;e$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$x=1+\frac1e-1=\frac1e$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intervals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to intervals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order; only the endpoint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to be computed.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single threshold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repeatedly,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parameter;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intervals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to intervals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order; only the endpoint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to be computed.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$f'(x)=(t^2+1)^2$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single threshold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$t^2+1=\sqrt c=e$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repeatedly,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parameter;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$x(s)=\ln s+\frac1s-1$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real-valued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implicitly by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neighborhood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second-order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real-valued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implicitly by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$y^2+\sin(xy)+x=y$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neighborhood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second-order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 and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implicitly twice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vanishes,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implicitly twice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vanishes,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$2y'^2+2y'=y''$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$y^2+\sin(xy)+x=y$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$2yy'+\cos(xy)(y+xy')+1=y'$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$2(0)y'(0)+\cos0\,(0+0)+1=y'(0)\Rightarrow y'(0)=1$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once more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once more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$2(y')^2+2yy''-\sin(xy)(y+xy')^2+\cos(xy)(2y'+xy'')=y''$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$2(1)^2+2(0)y''(0)-\sin(0)(0+0)^2+\cos0\,(2(1)+0)=y''(0)$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$2+2=y''(0)\Rightarrow y''(0)=4$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Assume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(Maclaurin series);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Assume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$y=ax+bx^2+\dots$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(Maclaurin series);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$y''(0)=2b$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$y=ax+bx^2+cx^3+\dots$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$y''(0)=2b$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$y^2=a^2x^2+O(x^3)$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$\sin(xy)=xy+O(x^4)=ax^2+O(x^3)$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$y^2+\sin(xy)+x-y=0$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$1-a=0\Rightarrow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$a^2+a-b=0\Rightarrow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$y''(0)=2b=4$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repeated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near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only from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implicit derivative: differentiate the first relation once more (product and chain rule) and substitute the known point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solve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$y=ax+bx^2+\dots$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$y''(0)=2b$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repeated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$\sin(xy)=xy+O(x^3y^3)$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near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only from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implicit derivative: differentiate the first relation once more (product and chain rule) and substitute the known point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102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fractional part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real-valued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102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fractional part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$x\in(0,1)\setminus\left\{\frac1n:n\in\mathbb{N}\right\}$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real-valued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$\Phi(x)=\frac{1-x^2\left[\frac1x\right]^2-x^2\left\{\frac1x\right\}^2}{2x\left[\frac1x\right]}$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$\Psi(x)=\frac{\left\{\frac1x\right\}}{\left[\frac1x\right]+\left\{\frac1x\right\}}$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$L=\lim_{x\to0^+}\left(\frac{2^{\Phi(x)}+8^{\Phi(x)}+32^{\Phi(x)}}{3}\right)^{\frac{1}{\Psi(x)}}$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and fractional part functions, Limit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and fractional part functions, Limit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in one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$y^2=[y]^2+\{y\}^2+2[y]\{y\}$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$\Phi=\Psi=x\{\frac1x\}\to0^+$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in one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$x\notin\left\{\frac1n:n\in\mathbb{N}\right\}$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$y\notin\mathbb{N}$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$y=[y]+\{y\}$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$y^2=[y]^2+\{y\}^2+2[y]\{y\}$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$y^2-[y]^2-\{y\}^2=2[y]\{y\}$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indeterminate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natural logarithm: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$\Phi(x)=\frac{x^2\left(\frac1{x^2}-[y]^2-\{y\}^2\right)}{2x[y]}=\frac{x^2\left(y^2-[y]^2-\{y\}^2\right)}{2x[y]}=\frac{x^2\left(2[y]\{y\}\right)}{2x[y]}=x\{y\}=x\left\{\frac1x\right\}$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$\Psi(x)=\frac{\{y\}}{[y]+\{y\}}=\frac{\{y\}}{y}=x\{y\}=x\left\{\frac1x\right\}$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$\Phi(x)=\Psi(x)=x\left\{\frac1x\right\}$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$x\in(0,1)\setminus\left\{\frac1n\right\}$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$0&lt;\left\{\frac1x\right\}&lt;1\Rightarrow0&lt;x\left\{\frac1x\right\}&lt;x$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$u=x\left\{\frac1x\right\}\to0^+$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$u=\Phi(x)=\Psi(x)$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$L=\lim_{u\to0^+}\left(\frac{2^u+8^u+32^u}{3}\right)^{\frac1u}$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indeterminate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natural 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L=\lim_{u\to0^+}\frac1u\ln\left(1+\frac{(2^u-1)+(8^u-1)+(32^u-1)}{3}\right)$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L=\frac13\left(\lim_{u\to0^+}\frac{2^u-1}{u}+\lim_{u\to0^+}\frac{8^u-1}{u}+\lim_{u\to0^+}\frac{32^u-1}{u}\right)$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L=\frac{\ln2+\ln8+\ln32}{3}=\frac{\ln(2\cdot8\cdot32)}{3}=\frac{\ln512}{3}=\frac{9\ln2}{3}=3\ln2=\ln8\Rightarrow L=8$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limit as a power mean: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limit as a power mean: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$\left(\frac{a^u+b^u+c^u}{3}\right)^{1/u}\to\sqrt[3]{abc}$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$2,8,32$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$2^1,2^3,2^5$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mean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 mean tends to the geometric mean: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$\Phi=\Psi=u=x\left\{\frac1x\right\}\in(0,x)$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$L=\lim_{u\to0^+}M_u(2,8,32)$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$M_u(a,b,c)=\left(\frac{a^u+b^u+c^u}{3}\right)^{1/u}$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mean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 mean tends to the geometric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$M_u\to\sqrt[3]{abc}$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$L=\sqrt[3]{2\cdot8\cdot32}=\sqrt[3]{2^1\cdot2^3\cdot2^5}=2^{(1+3+5)/3}=2^3=8$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mean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$y^2-[y]^2-\{y\}^2=2[y]\{y\}$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$\frac{y^2-[y]^2-\{y\}^2}{2[y]}=\{y\}$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$x\left\{\frac1x\right\}\in(0,x)\to0^+$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$x\left[\frac1x\right]\to1^-$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$1-x&lt;x\left[\frac1x\right]\le1$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mean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$\lim_{u\to0}\left(\frac{a_1^u+\dots+a_n^u}{n}\right)^{1/u}=\left(a_1\cdots a_n\right)^{1/n}$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$\lim(1+h)^{1/u}=e^{\lim h/u}$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$\lim_{u\to0}\frac{a^u-1}{u}=\ln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004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004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 e^x\left(\frac{x^2-x+1}{(x^2+1)^{3/2}}\right)dx+\int\frac{x^2+1+(1-x^2)\ln x}{(x^2+1)^2}\,dx$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$f(1)=\frac{e}{\sqrt2}+2$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$g(x)=(x^2+1)f(x)-e^x\sqrt{x^2+1}$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$g'\left(\frac12\right)=k-\ln2$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Monotonicity and derivative of 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$e^x(u+u')$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$v+xv'$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Monotonicity and derivative of 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$e^x(u+u')$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$u=\frac1{\sqrt{x^2+1}}$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$v+xv'=(xv)'$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$v=\frac{\ln x}{x^2+1}$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$x\ln x+2x^2+2$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$u(x)=\frac{1}{\sqrt{x^2+1}}$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$u'(x)=-\frac{x}{(x^2+1)^{3/2}}$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can be written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matches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can be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$e^x\left(u(x)+u'(x)\right)=e^x\frac{x^2-x+1}{(x^2+1)^{3/2}}$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$\frac{e^x}{\sqrt{x^2+1}}$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$v(x)=\frac{\ln 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$v'(x)=\frac{x^2+1-2x^2\ln x}{x(x^2+1)^2}$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matches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$v(x)+xv'(x)=\frac{x^2+1+(1-x^2)\ln x}{(x^2+1)^2}$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$x\,v(x)=\frac{x\ln 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$f(x)=\frac{e^x}{\sqrt{x^2+1}}+\frac{x\ln x}{x^2+1}+C$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$f(1)=\frac{e}{\sqrt2}+2$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$\frac{e}{\sqrt2}+0+C=\frac{e}{\sqrt2}+2\Rightarrow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$g(x)=(x^2+1)\left(\frac{e^x}{\sqrt{x^2+1}}+\frac{x\ln x}{x^2+1}+2\right)-e^x\sqrt{x^2+1}=x\ln x+2x^2+2$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$g'(x)=\ln x+1+4x$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$g'\left(\frac12\right)=\ln\frac12+1+4\left(\frac12\right)=3-\ln2$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$3-\ln2&gt;0$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$g'\left(\frac12\right)=3-\ln2$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instead of recognising the forms: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instead of recognising the forms: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$\frac{d}{dx}\frac{x}{x^2+1}=\frac{1-x^2}{(x^2+1)^2}$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$\frac{d}{dx}\frac1{\sqrt{x^2+1}}=-\frac{x}{(x^2+1)^{3/2}}$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$\frac{x^2-x+1}{(x^2+1)^{3/2}}=\frac{1}{\sqrt{x^2+1}}-\frac{x}{(x^2+1)^{3/2}}$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$\int\frac{e^x}{\sqrt{x^2+1}}dx=\frac{e^x}{\sqrt{x^2+1}}+\int\frac{xe^x}{(x^2+1)^{3/2}}dx$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e^x\left(\frac{1}{\sqrt{x^2+1}}-\frac{x}{(x^2+1)^{3/2}}\right)dx=\frac{e^x}{\sqrt{x^2+1}}$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$\frac{x^2+1+(1-x^2)\ln x}{(x^2+1)^2}=\frac{1}{x^2+1}+\ln x\cdot\frac{1-x^2}{(x^2+1)^2}$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$\frac{1-x^2}{(x^2+1)^2}=\frac{d}{dx}\left(\frac{x}{x^2+1}\right)$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x\,d\left(\frac{x}{x^2+1}\right)=\frac{x\ln x}{x^2+1}-\int\frac{1}{x^2+1}dx$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$\frac{x\ln 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$f=\frac{e^x}{\sqrt{x^2+1}}+\frac{x\ln x}{x^2+1}+2$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$g=x\ln x+2x^2+2$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$g'\left(\frac12\right)=3-\ln2$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derivative produces the extra term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standard building blocks for such integrands.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from an antiderivative, expect heavy cancellation: 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e^x\left(u+u'\right)dx=e^xu$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derivative produces the extra term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$u=(x^2+1)^{-1/2}$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$\int\left(v+xv'\right)dx=xv$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$\int\left(v\,w'+v'w\right)dx=vw$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$\frac{d}{dx}\frac{x}{x^2+1}=\frac{1-x^2}{(x^2+1)^2}$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$\frac{d}{dx}\frac{1}{\sqrt{x^2+1}}=-\frac{x}{(x^2+1)^{3/2}}$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standard building blocks for such integrands.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from an antiderivative, expect heavy cancellation: 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$g=x\ln x+2x^2+2$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208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-plane.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inscribed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 is tangent to both lines.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line parallel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distance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distance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 variable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contact.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perpendicular distances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208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$L_1:3x-4y+7=0$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$L_2:3x-4y-3=0$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-plane.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inscribed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 is tangent to both lines.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line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 variable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contact.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perpendicular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$\frac{d_2}{d_1}$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between parallel lines and a circle touching two lines, Pole and polar (chord of contact)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centre; the fixed point is the pole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centre; the fixed point is the pole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$\frac{R^2}{3}=\frac13$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$\frac{|7-(-3)|}{\sqrt{3^2+(-4)^2}}=\frac{10}{5}=2$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both lines, its diameter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circle lies on the midline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equation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 the geometry on an axis perpendicular to the lines, taking the centre of the circle as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positions along this axis are: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the pole of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both lines, its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circle lies on the midline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$L_3\neq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equation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$3x-4y+7+10=0\Rightarrow3x-4y+17=0$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 the geometry on an axis perpendicular to the lines, taking the centre of the circle as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positions along this axis are: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$L_3=+3$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the pole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properties of poles and polars, the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pole) lies on the same perpendicular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axis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properties of poles and polars,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pole) lies on the same perpendicular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$OQ=\frac{R^2}{d}=\frac{1^2}{3}=\frac13$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$d_1=\left|1-\frac13\right|=\frac23$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$d_2=\left|\frac13-(-1)\right|=\frac43$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$\frac{d_2}{d_1}=\frac{4/3}{2/3}=2$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adapted to the lines: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chord of contact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general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adapted to the lines: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chord of contact written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general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$L_3:y=3$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axes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side,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axes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side,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$L_3\neq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$P=(p,3)$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$Q=\left(0,\frac13\right)$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$p\cdot0+3\cdot\frac13=1$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$d_1=\left|1-\frac13\right|=\frac23$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$d_2=\frac13+1=\frac43$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$\frac{d_2}{d_1}=2$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moving on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always passes through the pole of that line,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on the perpendicular from the centre to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two parallel lines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centre on the midline.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an axis along the common normal of parallel lines turns a slanted two-dimensional problem into a one-dimensional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moving on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of contact always passes through the pole of that line,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on the perpendicular from the centre to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two parallel lines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w2$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centre on the midline.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an axis along the common normal of parallel lines turns a slanted two-dimensional problem into a one-dimensional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$f(x)=\max\left\{x,\ \min\left\{x^2,\ 2-x^2\right\}\right\}$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active branch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(crossings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test whether the slopes agree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active branch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$\max/\min$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(crossings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test whether the slopes agree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$g(x)=\min\{x^2,2-x^2\}$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$x^2=2-x^2\Rightarrow x^2=1\Rightarrow 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$g(x)=\begin{cases}2-x^2, &amp; x&lt;-1\\ x^2, &amp; -1\le x\le1\\ 2-x^2, &amp; x&gt;1\end{cases}$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$f(x)=\max\{x,g(x)\}$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$x-(2-x^2)=(x+2)(x-1)&gt;0$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$x^2\ge0&gt;x$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$x-(2-x^2)=(x+2)(x-1)$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$f(x)=\begin{cases}x, &amp; x\le-2\\ 2-x^2, &amp; -2&lt;x\le-1\\ x^2, &amp; -1&lt;x\le0\\ x,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in each interval: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in each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$f'(x)=\begin{cases}1, &amp; x&lt;-2\\ -2x, &amp; -2&lt;x&lt;-1\\ 2x, &amp; -1&lt;x&lt;0\\ 1, &amp; x&gt;0\end{cases}$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$x=-2,-1,0$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sketch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only at crossings where the curve that forms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actually switches.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sketch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only at crossings where the curve that forms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actually switches.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curves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max/min of smooth functions can fail to be differentiable only at a crossing where the function that forms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one curve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(the lower envelope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but stays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no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curves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max/min of smooth functions can fail to be differentiable only at a crossing where the function that forms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one curve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(the lower envelope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but stays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no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corners: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three corners: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non-differentiability can arise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active function does not switch at a crossing (the third curve stays on top or bottom), there is no corner.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candidates systematically: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only the crossings that lie on the envelope with unequal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$\min\{a,b\}=\frac{a+b-|a-b|}{2}$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non-differentiability can arise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$a'\neq 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active function does not switch at a crossing (the third curve stays on top or bottom), there is no corner.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candidates systematically: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only the crossings that lie on the envelope with unequal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curve changes its concavity.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curve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of intersection between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$f(x)=2x^3-6x^2+4x$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curve changes its concavity.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curve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of intersection between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 of inflection and angle between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inflection point 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sign; the angle between curves is the angle between their tangents,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inflection point is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sign; the angle between curves is the angle between their tangents,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twice: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changes its concavity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sign, which occurs uniquely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intersection of both curves.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$f(x)=2x^3-6x^2+4x$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$f'(x)=6x^2-12x+4$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$f''(x)=12x-12=12(x-1)$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changes its concavity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sign, which occurs uniquely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$y=f(1)=2-6+4=0$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$C:y=\ln(2x-1)$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intersection of both curves.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to the first curve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acute 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to the first curve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$m_1=f'(1)=6(1)^2-12(1)+4=-2$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$\frac{dy}{dx}=\frac{2}{2x-1}$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$m_2=\frac{2}{2(1)-1}=2$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acute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$\tan\theta=\left|\frac{m_1-m_2}{1+m_1m_2}\right|=\left|\frac{-2-2}{1+(-2)(2)}\right|=\frac43$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$3\tan\theta=3\times\frac43=4$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direction vectors of the two tangents and the dot product instead of the slope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direction vectors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vectors is obtuse; the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ra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direction vectors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$(1,m_1)=(1,-2)$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$(1,m_2)=(1,2)$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$\cos\varphi=\frac{(1)(1)+(-2)(2)}{\sqrt5\,\sqrt5}=-\frac35$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vectors is obtuse; the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$\tan\theta=\frac{\sqrt{1-\frac{9}{25}}}{\frac35}=\frac{4/5}{3/5}=\frac43$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$3\tan\theta=4$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curves at a common point = angle between their tangents: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are orthogonal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inflection point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the centre of symmetry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common point lies on both curves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tangent slopes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curves at a common point = angle between their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$\cos\theta=\frac{|1+m_1m_2|}{\sqrt{(1+m_1^2)(1+m_2^2)}}$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are orthogonal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inflection point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$x=-\frac{b}{3a}$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the centre of symmetry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common point lies on both curves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$\ln(2\cdot1-1)=0$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tangent slopes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this straight line. Two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the circle,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tangency.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center of the circle. If the minimum area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this straight line. Two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the circle,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tangency.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center of the circle. If the minimum area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Tangents from an external point; area of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shortest distance from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Tangents from an external point; area of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shortest distance from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$=R\cdot AP=R\sqrt{CP^2-R^2}$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least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shortest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$R=\sqrt{(-2)^2+(-3)^2-(-12)}=\sqrt{4+9+12}=5$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$3x+4y-83=0$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shortest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$d=\frac{|3(2)+4(3)-83|}{\sqrt{3^2+4^2}}=\frac{|6+12-83|}{5}=\frac{65}{5}=13$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$CP\ge13$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formed by two congruent right-angled triangles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the area,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minimised.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formed by two congruent right-angled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$2\times\left(\frac12\times CA\times AP\right)=R\times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$L=\sqrt{CP^2-R^2}=\sqrt{CP^2-25}$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$5\sqrt{CP^2-25}$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the area,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minimised.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$\Delta=5\sqrt{13^2-25}=5\sqrt{169-25}=5\times12=60$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 and minimise the power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w.r.t. the circle, a quadratic in one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 and minimise the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w.r.t. the circle, a quadratic in one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least at its vertex,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$=R\,L=5\sqrt{S_{11}}$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$S_{11}=x^2+y^2-4x-6y-12$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$y=\frac{83-3x}{4}$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$1+\frac9{16}=\frac{25}{16}$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least at its vertex,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$\frac{dS_{11}}{dx}=0$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$y=\frac{83-\frac{147}{5}}{4}=\frac{67}{5}$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96.04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179.56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$S_{11}=\left(\frac{49}{5}\right)^2+\left(\frac{67}{5}\right)^2-4\cdot\frac{49}{5}-6\cdot\frac{67}{5}-12=96.04+179.56-39.2-80.4-12=144$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$\Delta=5\sqrt{144}=60$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moving on a line, tangent length,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increase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decreases), so each optimum is at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$PA,PB$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$AP=\sqrt{CP^2-R^2}$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$CAPB=R\sqrt{CP^2-R^2}$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$AB=\frac{2R\sqrt{CP^2-R^2}}{CP}$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moving on a line, tangent length,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increase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decreases), so each optimum is at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08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