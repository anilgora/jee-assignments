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Sheet1!$A$2:$A$78</c:f>
              <c:strCache>
                <c:ptCount val="77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</c:strCache>
            </c:strRef>
          </c:cat>
          <c:val>
            <c:numRef>
              <c:f>Sheet1!$B$2:$B$78</c:f>
              <c:numCache>
                <c:formatCode>General</c:formatCode>
                <c:ptCount val="77"/>
                <c:pt idx="0">
                  <c:v>2.0</c:v>
                </c:pt>
                <c:pt idx="1">
                  <c:v>1.0</c:v>
                </c:pt>
                <c:pt idx="2">
                  <c:v>1.0</c:v>
                </c:pt>
                <c:pt idx="3">
                  <c:v>2.0</c:v>
                </c:pt>
                <c:pt idx="4">
                  <c:v>2.0</c:v>
                </c:pt>
                <c:pt idx="5">
                  <c:v>3.0</c:v>
                </c:pt>
                <c:pt idx="6">
                  <c:v>2.0</c:v>
                </c:pt>
                <c:pt idx="7">
                  <c:v>2.0</c:v>
                </c:pt>
                <c:pt idx="8">
                  <c:v>3.0</c:v>
                </c:pt>
                <c:pt idx="9">
                  <c:v>2.0</c:v>
                </c:pt>
                <c:pt idx="10">
                  <c:v>2.0</c:v>
                </c:pt>
                <c:pt idx="11">
                  <c:v>2.0</c:v>
                </c:pt>
                <c:pt idx="12">
                  <c:v>2.0</c:v>
                </c:pt>
                <c:pt idx="13">
                  <c:v>2.0</c:v>
                </c:pt>
                <c:pt idx="14">
                  <c:v>3.0</c:v>
                </c:pt>
                <c:pt idx="15">
                  <c:v>1.0</c:v>
                </c:pt>
                <c:pt idx="16">
                  <c:v>1.0</c:v>
                </c:pt>
                <c:pt idx="17">
                  <c:v>2.0</c:v>
                </c:pt>
                <c:pt idx="18">
                  <c:v>2.0</c:v>
                </c:pt>
                <c:pt idx="19">
                  <c:v>3.0</c:v>
                </c:pt>
                <c:pt idx="20">
                  <c:v>2.0</c:v>
                </c:pt>
                <c:pt idx="21">
                  <c:v>2.0</c:v>
                </c:pt>
                <c:pt idx="22">
                  <c:v>1.0</c:v>
                </c:pt>
                <c:pt idx="23">
                  <c:v>2.0</c:v>
                </c:pt>
                <c:pt idx="24">
                  <c:v>2.0</c:v>
                </c:pt>
                <c:pt idx="25">
                  <c:v>1.0</c:v>
                </c:pt>
                <c:pt idx="26">
                  <c:v>2.0</c:v>
                </c:pt>
                <c:pt idx="27">
                  <c:v>2.0</c:v>
                </c:pt>
                <c:pt idx="28">
                  <c:v>2.0</c:v>
                </c:pt>
                <c:pt idx="29">
                  <c:v>1.0</c:v>
                </c:pt>
                <c:pt idx="30">
                  <c:v>2.0</c:v>
                </c:pt>
                <c:pt idx="31">
                  <c:v>1.0</c:v>
                </c:pt>
                <c:pt idx="32">
                  <c:v>2.0</c:v>
                </c:pt>
                <c:pt idx="33">
                  <c:v>2.0</c:v>
                </c:pt>
                <c:pt idx="34">
                  <c:v>2.0</c:v>
                </c:pt>
                <c:pt idx="35">
                  <c:v>2.0</c:v>
                </c:pt>
                <c:pt idx="36">
                  <c:v>1.0</c:v>
                </c:pt>
                <c:pt idx="37">
                  <c:v>2.0</c:v>
                </c:pt>
                <c:pt idx="38">
                  <c:v>2.0</c:v>
                </c:pt>
                <c:pt idx="39">
                  <c:v>3.0</c:v>
                </c:pt>
                <c:pt idx="40">
                  <c:v>2.0</c:v>
                </c:pt>
                <c:pt idx="41">
                  <c:v>3.0</c:v>
                </c:pt>
                <c:pt idx="42">
                  <c:v>2.0</c:v>
                </c:pt>
                <c:pt idx="43">
                  <c:v>1.0</c:v>
                </c:pt>
                <c:pt idx="44">
                  <c:v>1.0</c:v>
                </c:pt>
                <c:pt idx="45">
                  <c:v>2.0</c:v>
                </c:pt>
                <c:pt idx="46">
                  <c:v>2.0</c:v>
                </c:pt>
                <c:pt idx="47">
                  <c:v>1.0</c:v>
                </c:pt>
                <c:pt idx="48">
                  <c:v>2.0</c:v>
                </c:pt>
                <c:pt idx="49">
                  <c:v>3.0</c:v>
                </c:pt>
                <c:pt idx="50">
                  <c:v>3.0</c:v>
                </c:pt>
                <c:pt idx="51">
                  <c:v>2.0</c:v>
                </c:pt>
                <c:pt idx="52">
                  <c:v>2.0</c:v>
                </c:pt>
                <c:pt idx="53">
                  <c:v>2.0</c:v>
                </c:pt>
                <c:pt idx="54">
                  <c:v>2.0</c:v>
                </c:pt>
                <c:pt idx="55">
                  <c:v>1.0</c:v>
                </c:pt>
                <c:pt idx="56">
                  <c:v>3.0</c:v>
                </c:pt>
                <c:pt idx="57">
                  <c:v>2.0</c:v>
                </c:pt>
                <c:pt idx="58">
                  <c:v>3.0</c:v>
                </c:pt>
                <c:pt idx="59">
                  <c:v>2.0</c:v>
                </c:pt>
                <c:pt idx="60">
                  <c:v>2.0</c:v>
                </c:pt>
                <c:pt idx="61">
                  <c:v>2.0</c:v>
                </c:pt>
                <c:pt idx="62">
                  <c:v>2.0</c:v>
                </c:pt>
                <c:pt idx="63">
                  <c:v>2.0</c:v>
                </c:pt>
                <c:pt idx="64">
                  <c:v>1.0</c:v>
                </c:pt>
                <c:pt idx="65">
                  <c:v>1.0</c:v>
                </c:pt>
                <c:pt idx="66">
                  <c:v>1.0</c:v>
                </c:pt>
                <c:pt idx="67">
                  <c:v>2.0</c:v>
                </c:pt>
                <c:pt idx="68">
                  <c:v>2.0</c:v>
                </c:pt>
                <c:pt idx="69">
                  <c:v>1.0</c:v>
                </c:pt>
                <c:pt idx="70">
                  <c:v>2.0</c:v>
                </c:pt>
                <c:pt idx="71">
                  <c:v>3.0</c:v>
                </c:pt>
                <c:pt idx="72">
                  <c:v>3.0</c:v>
                </c:pt>
                <c:pt idx="73">
                  <c:v>3.0</c:v>
                </c:pt>
                <c:pt idx="74">
                  <c:v>1.0</c:v>
                </c:pt>
                <c:pt idx="75">
                  <c:v>2.0</c:v>
                </c:pt>
                <c:pt idx="76">
                  <c:v>3.0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7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4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9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7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8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4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0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7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3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1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7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3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9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6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2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0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6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2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7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4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0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6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1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5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0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4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6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3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9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1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3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In the PDF the first two inequalities (after clearing denominators) are written as 'a - am^6 &gt; m^5 - m^6 + am - am^6' and 'a - am^7 &lt; am - am^7 + (1/2)m^6 - m^7/2' with the signs as if the multiplier m^n(1-m) were positive. For m&gt;1 it is negative, so these two inequalities must be reversed (&lt;  and &gt; respectively); the later lines 'a&gt;m^5' and 'a&lt;m^6/2' and the final answer 12 are correct (the PDF's two sign errors cancel). Also the case m=1 is excluded explicitly.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sheet prints the stem as 'Let $a_1=b_1$', with no value. The result then depends on the common value: $2^7(2S-T)=461+509(c-1)$ for $a_1=b_1=c$ (checked for c=0,1,2,5). The key 461 and the PDF working (which uses $b_1=a_1=1$ and $a_9=37$) both assume $a_1=b_1=1$, so the stem here is completed with the value 1. Also the PDF labels the second subtraction '(B)-(4)' (it is (C)-(D)), its first step '(A)-(2)' (it is (A)-(B)), and never shows $a_9=37$, $b_{10}=130$; these are fixed/added. Final answer 461 is correct for $a_1=b_1=1$.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displayed sets do not match the progressions: it lists $S_2=\{3,7,11,15,\ldots,239\}$ (239 is not the end of the first or second progression, and the common terms of the first two end at 359) and gives no congruence argument. The final set $\{47,107,167\}$ and the sum 321 are correct; the derivation is rewritten with the correct sets.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No arithmetic error. The PDF writes $m^2n=(1-2)(1+2)+\cdots$, dropping the factor $1012$ on the left (it should be $1012m^2n$, then divide by $1012$); fixed. The PDF also did not exclude $m=1,n=2023$; added (it gives a negative $m^2-n^2$, not among the options).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No numerical error. The PDF stops at $S_n=\frac32\sum n^2+\frac52\sum n$ and states $\frac{S_{29}-S_9}{60}=223$ with no working (also $T_n$'s first lines are only partly shown); the missing arithmetic for $S_{29}$, $S_9$ and the quotient has been supplied.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After (ii)-(i) the PDF wrote 4S/5 = -109 + (1/4)(1 - 1/5^109) (sign of the right side not reversed) and jumped to 2175. Correct is 4S/5 = 109 - (1/4)(1 - 5^-109); then 16S = 2180 - 5 + 5^-108 = 2175 + 25^-54, so the answer 2175 is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wrote the inequality as '9(n-1).15 &lt;= 111' (a typing slip: it should be 9+(n-1)15 &lt;= 111). The following lines (n-1)15&lt;=102, (n-1)15=90, n=7 are right; the slip is corrected in the first inequality only.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labels the perimeter lines wrongly (it calls $\frac{3a}{2}$ the perimeter of the first/second triangle and repeats $\frac{3a}{2}$); the series $3a+\frac{3a}2+\frac{3a}4+\cdots$ and every later step are right, so only the labels were fixed.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line $8m=\frac{4\cdot24\cdot25}{2}=150$ is wrong as written: $\frac{4\cdot24\cdot25}{2}=1200$, which is the value of $8m$; then $m=150$. The setup and the final answer are right. The two check lines were added.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rewrites the second sum as $a^3\cdot a^3r^3+\cdots=9746$ and divides by $9717$. The given sum is $\frac{a^3}{1-r^3}=9747$ (series starting at $n=0$) and $57^3=19\cdot9747$, so the ratio is $19$ with $9747$, not $9717$. The rest of the PDF (r = 2/3, a = 19, answer 31)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prints $153=13d[2a+5d]$ (should be $3d$, since $A_3=-3d[2a+5d]$) and jumps to $d=3,a=1$ without rejecting $d=-3$ (which gives $a=-1$, violating positivity). Both fixed; the answer $910$ is right.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Maths and answer in the PDF are right; the last line says $a=3600-t$ (typo for $3600-1=3599$) and the step 'Putting g = 60' should read 'Putting $x=60$'. Fixed notation only. Note: $ab^b+b$ with $b=1$ would also match (a = N-1); the intended reading is $b=61$.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computes $\frac{103\times104}{2}$ as $5336$; it is $5356$. The inequality $5253&lt;5310&lt;5356$ and the answer $103$ are unaffected.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working has index typos: it writes $\frac1{2012},\frac1{2022},\frac1{2011}$ and '$\alpha+10/2$' where $\frac1{1012},\frac1{2024},\frac1{1012}$ and $\alpha+1012$ are meant. The idea, the identity $Z=\frac1{1012}+\cdots+\frac1{2023}-\frac1{2024}$ and the answer $1011$ are right and were kept.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Sequence &amp; Progression Sheet (Exercise J - M)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SHEET SEQUENCE &amp; PROGRESSION · FCopy JM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 – Q08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positive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 with common difference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positive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$x^{pq^2}=y^{qr}=z^{p^2r}$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$r=pq+1$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$3,\ 3\log_y x,\ 3\log_z y,\ 7\log_x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$r-p-q$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Logarithms (change of base),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 powers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log-ratio becomes a ratio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Equal powers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$pq^2\log x=qr\log y=p^2r\log 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log-ratio becomes a ratio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difference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Next,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Next,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taking logarithms: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(4)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(4):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(5)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$3\log_y x-3=\frac12$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x}{\log y}=\frac76$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Next,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$3\log_z y-3\log_y 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y}{\log z}=\frac43$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Next,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$7\log_x z-3\log_z y=\frac12$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z}{\log x}=\frac{9}{14}$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$x^{pq^2}=y^{qr}=z^{p^2r}$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taking logarithms: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$pq^2\log x=qr\log y=p^2r\log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(4)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x}{\log y}=\frac{qr}{pq^2}=\frac{r}{pq}=\frac76$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(5)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(4):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(6)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(4):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(7),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(8)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(8) in (5):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(6)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(7) checks: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y}{\log z}=\frac{p^2r}{qr}=\frac{p^2}{q}=\frac43$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(6)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$\frac{\log z}{\log x}=\frac{pq^2}{p^2r}=\frac{q^2}{pr}=\frac{9}{14}$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(7),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$r=pq+1$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(8)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(8) in (5):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$\frac{pq+1}{pq}=\frac76$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(6)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$3p^2=4q=\frac{24}{p}$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$p^3=8$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(7) checks: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$r-p-q=7-2-3=2$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one ratio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four integer pairs to test.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$r=pq+1$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$r-p-q=(p-1)(q-1)$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one ratio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$pq=6$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four integer pairs to test.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(5):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Positive integer pairs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 (5):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$\frac{r}{pq}=\frac76$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$r=pq+1$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$\frac{pq+1}{pq}=\frac76$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$r-p-q=pq+1-p-q=(p-1)(q-1)$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Positive integer pairs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$(1,6),(2,3),(3,2),(6,1)$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with ratio (6),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ratio (7):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with ratio (6),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$\frac{p^2}{q}=\frac43$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$(1,6)\to\frac16$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$(2,3)\to\frac43$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$(3,2)\to\frac92$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$(6,1)\to36$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ratio (7):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$\frac{q^2}{pr}=\frac{9}{2\cdot7}=\frac9{14}$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$r-p-q=(2-1)(3-1)=2$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confirms the three ratios found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equal powers convert logarithms into ratios of the exponents.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A.P.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every consecutive gap gives one equation; three gaps here gave three log-ratios.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$\log_a b\cdot\log_b c\cdot\log_c 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$\frac76\cdot\frac43\cdot\frac9{14}=1$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confirms the three ratios found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$x^u=y^v=z^w$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$u\log x=v\log y=w\log 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$\log_y x=\frac{v}{u}$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equal powers convert logarithms into ratios of the exponents.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$r=pq+1$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$r-p-q=(p-1)(q-1)$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$p=2,q=3$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$2=1\cdot2$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every consecutive gap gives one equation; three gaps here gave three log-ratios.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digit numbers, that are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digit numbers, that are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progression, Inclusion-exclusion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their lcm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inclusion-exclusion;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all lie inside that union.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multiples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their lcm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inclusion-exclusion; multiples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all lie inside that union.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A.P.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both, i.e.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$102,105,\ldots,999$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$\frac{999-102}{3}+1=300$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$100,104,\ldots,996$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$\frac{996-100}{4}+1=225$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both, i.e.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$108,120,\ldots,996$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$\frac{996-108}{12}+1=75$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them (each is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already inside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count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$300+225-75=450$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$144,192,\ldots,960$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$k=3,\ldots,20$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them (each is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already inside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count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$=450-18=432$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432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Divisibility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repeats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qualify.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Divisibility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repeats with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qualify.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Residues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qualify (density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integers, hence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qualify.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Residues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$0,3,4,6,8,9$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qualify (density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$100,\ldots,999$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$900=75\times12$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integers, hence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$75\times6=450$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qualify.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numbers; each is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was counted.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count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k\le20$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numbers; each is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each was counted.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count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$=450-18=432$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432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multiples of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multiples of the lcm,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only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every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 the union, so subtract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them directly.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Density of 'divisible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the quick estimate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range length is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$[L,U]$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$\lfloor U/m\rfloor-\lfloor (L-1)/m\rfloor$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$333-33=300$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$|A\cup B|=|A|+|B|-|A\cap B|$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multiples of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multiples of the lcm,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only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coprime).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every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inside the union, so subtract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them directly.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$48,96$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Density of 'divisible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$\frac13+\frac14-\frac1{12}=\frac12$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the quick estimate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$900/2=450$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range length is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$a_n=\frac{-2}{4n^2-16n+15}$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$a_1+a_2+\cdots+a_{25}$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$\frac{52}{147}$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$\frac{49}{138}$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$\frac{50}{141}$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$\frac{51}{144}$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Telescoping series (method of differences)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the quadratic into two factors differing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into partial fractions so the sum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the quadratic into two factors differing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into partial fractions so the sum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$a_1+a_2+\cdots+a_{25}=\sum_{n=1}^{25}a_n=\sum_{n=1}^{25}\frac{-2}{4n^2-16n+15}$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$4n^2-16n+15=(2n-5)(2n-3)$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$a_n=\frac{-2}{(2n-5)(2n-3)}$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$a_n=\frac{1}{2n-3}-\frac{1}{2n-5}$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out the sum: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middle term cancels; only the last positive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first uncancelled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remain.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out the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$\left[\left(\frac1{-1}-\frac1{-3}\right)+\left(\frac11-\frac1{-1}\right)+\left(\frac13-\frac11\right)+\cdots\right]$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Every middle term cancels; only the last positive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$\frac{1}{2(25)-3}=\frac1{47}$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first uncancelled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remain.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$=\frac{1}{2(25)-3}+\frac13=\frac1{47}+\frac13=\frac{50}{141}$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$\frac{50}{141}$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an A.P.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$\sum_{k=1}^{N}\frac{1}{u_ku_{k+1}}=\frac{N}{u_1u_{N+1}}$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an A.P.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$u_k$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A.P.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$a_n=-2\cdot\frac{1}{(2n-5)(2n-3)}$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$u_n=2n-5$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$u_1=-3$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$u_{n+1}=2n-3$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$\frac{1}{u_ku_{k+1}}=\frac1d\left(\frac1{u_k}-\frac1{u_{k+1}}\right)$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$\sum_{k=1}^{N}\frac1{u_ku_{k+1}}=\frac1d\cdot\frac{u_{N+1}-u_1}{u_1u_{N+1}}=\frac{N}{u_1u_{N+1}}$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$u_1=-3$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$u_{26}=-3+50=47$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$\frac{25}{(-3)(47)}=-\frac{25}{141}$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a_n=\frac{50}{141}$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$\frac{50}{141}$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zero term: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two linear factors whose constants differ by the same step as the coefficient pattern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signal for telescoping.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no zero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$\sum_{k=1}^{N}\frac1{u_ku_{k+1}}=\frac{N}{u_1u_{N+1}}$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$u=1,2,3,\ldots$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$\frac12+\frac16+\frac1{12}=\frac34=\frac{3}{1\cdot4}$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two linear factors whose constants differ by the same step as the coefficient pattern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the signal for telescoping.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tail: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indeed the partial sums here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tend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care with signs when early factors are negative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neither factor is 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both are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tail: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$u_k\to\infty$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$\sum_{k=1}^{\infty}\frac1{u_ku_{k+1}}=\frac1{d\,u_1}$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$-2\cdot\frac{1}{2(-3)}=\frac13$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indeed the partial sums 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$\frac{2N}{3(2N-3)}$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$\frac{50}{141}$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tend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care with signs when early factors are negative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$2n-5&lt;0$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neither factor is 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both are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A.P.,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G.P. If the sum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A.P., whose first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difference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$a^3,b^3$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$\log_a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$\log_b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G.P. If the sum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A.P., whose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$\frac{a+4b+c}{3}$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$\frac{a-8b+c}{10}$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$\frac{125}{8}$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$\frac{343}{8}$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progressions, Logarithms (change of base)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G.P. of three logs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G.P. of three logs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$(\log_c a)^2=\log_a b\cdot\log_b c=\log_a 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A.P.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G.P.: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$a^3,b^3,c^3$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A.P.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$2b^3=a^3+c^3$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$\log_a b,\log_c a,\log_b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$\left(\frac{\log a}{\log c}\right)^2=\frac{\log b}{\log a}\cdot\frac{\log c}{\log b}=\frac{\log c}{\log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$(\log a)^3=(\log c)^3$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$2b^3=2c^3$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57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$T_1=\frac{a+4a+a}{3}=2a$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$d=\frac{a-8a+a}{10}=-\frac{3a}{5}$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$S_{20}=10\left(2\cdot2a+19\cdot\left(-\frac{3a}5\right)\right)=10\left(4a-\frac{57a}{5}\right)$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$-444=-\frac{370a}{5}=-74a$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$a=\frac{444}{74}=6$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$abc=6\cdot6\cdot6=216$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216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three numbers in G.P. the middle term cubed equals their product, and the three logs multiply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three numbers in G.P. the middle term cubed equals their product, and the three logs multiply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G.P. means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(real):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$x=\log_a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$y=\log_c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$z=\log_b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$xyz=\frac{\log b}{\log a}\cdot\frac{\log a}{\log c}\cdot\frac{\log c}{\log b}=1$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G.P.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$y^3=xyz=1$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(real):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$\log_c 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$a^3+c^3=2b^3$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$2a^3=2b^3$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(Check: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valid.) The A.P. has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(Check: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valid.) The A.P. has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$-\frac{3a}5$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$S_{20}=-74a=-444$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$abc=6^3=216$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216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bases positive,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G.P.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real numbers).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(cube root is one-one on positive reals).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quantity is proportional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one equation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$\log_a b\cdot\log_b c\cdot\log_c 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bases positive,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$\log_2 4\cdot\log_4 8\cdot\log_8 2=2\cdot\frac32\cdot\frac13=1$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G.P.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real numbers).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$\frac14,1,4$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$a^3+c^3=2b^3$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(cube root is one-one on positive reals).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 n2\left[2T_1+(n-1)d\right]$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$d=-\frac{3a}5$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quantity is proportional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one equation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ways of selecting two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remainder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ways of selecting two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$a\in\{2,4,6,\ldots,100\}$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$b\in\{1,3,5,\ldots,99\}$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remainder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$268$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Counting with remainder conditions,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Parity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(odd) restricts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odd; then count pairs for each allowed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Parity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(odd) restricts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$a+b=23\lambda+2$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odd; then count pairs for each allowed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non-negative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which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odd.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number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$\frac{a+b}{23}=\lambda+\frac{2}{23}$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$a+b=23\lambda+2$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non-negative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which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a+b\le199$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$a+b\in\{25,71,117,163\}$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$a=2,4,\ldots,24$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$b=25-a$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number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$1..23$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$a+b=71$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$a=2,4,\ldots,70$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$69,\ldots,1$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number of ways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$a\ge18$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$a=18,\ldots,100$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$b\le99$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$a\ge64$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$a=64,\ldots,100$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ways.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number of ways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$=12+35+42+19=108$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by residues: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.99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hit each residue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twice, except residues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which occur three times.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by residues: odd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$1..99$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hit each residue mod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twice, except residues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$1,3,5,7$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which occur three times.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(23 numbers, every residue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(23 numbers, every residue once),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residues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each residue class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among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except residues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occur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choices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choices otherwise.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$1,3,\ldots,99$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$1..45$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(23 numbers, every residue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once),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$47..91$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(23 numbers, every residue once),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$93,95,97,99$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residues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$1,3,5,7$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each residue class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except residues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$1,3,5,7$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occur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$b\equiv2-a\pmod{23}$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choices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$(2-a)\bmod23\in\{1,3,5,7\}$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$a\bmod23\in\{1,22,20,18\}$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choices otherwise.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$2..100$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$a\bmod23\in\{18,20,22,1\}$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$a=18,20,22,24$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$a=64,66,68,70$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$=2\cdot50+8=108$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108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Parity filter: even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is odd, so with an odd modulus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remainder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two ranges: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number of solutions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Equidistribution of residues: a block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terms of an A.P. whose difference is coprime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covers every residue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Parity filter: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is odd, so with an odd modulus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remainder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$a+b=m\lambda+r$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$m\lambda+r$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$23\lambda+2$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two ranges: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$s-b_{\max}\le a\le\min(a_{\max},s-b_{\min})$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$18\le a\le100$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$b=2j-1$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$i,j\in[1,50]$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$i+j=\frac{s+1}{2}$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number of solutions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$t=i+j\le51$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$t=13\to12$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$t=59\to42$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Equidistribution of residues: a block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terms of an A.P. whose difference is coprime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covers every residue once.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sum and product of four positive consecutive terms of a G.P.,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respectively, then the sum of common ratios of all such GPs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sum and product of four positive consecutive terms of a G.P.,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respectively, then the sum of common ratios of all such GPs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Product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sum condition becomes a cubic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Product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$a^2r^3=36$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$A=\sqrt r+\frac1{\sqrt 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sum condition becomes a cubic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terms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terms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$a,ar,ar^2,ar^3$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$a,r&gt;0$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$a^4r^6=1296$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$a^2r^3=36$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$a=\frac{6}{r^{3/2}}$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$a+ar+ar^2+ar^3=126$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$\frac{1}{r^{3/2}}+\frac{r}{r^{3/2}}+\frac{r^2}{r^{3/2}}+\frac{r^3}{r^{3/2}}=\frac{126}{6}=21$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$\left(r^{-3/2}+r^{3/2}\right)+\left(r^{1/2}+r^{-1/2}\right)=21$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quadratic factor has no real root,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roots are positive (sum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each gives a valid G.P.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sum of the common ratios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$r^{1/2}+r^{-1/2}=A$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$r^{-3/2}+r^{3/2}+3A=A^3$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$r^{-3/2}+r^{3/2}=A^3-3A$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$A^3-3A+A=21$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$A^3-2A-21=0$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$(A-3)(A^2+3A+7)=0$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quadratic factor has no real root,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r+\frac1{\sqrt r}=3$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$r+1=3\sqrt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$r^2+2r+1=9r$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$r^2-7r+1=0$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roots are positive (sum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each gives a valid G.P.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$a=\frac{6}{r^{3/2}}&gt;0$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sum of the common ratios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Outer terms and inner terms have equal products, so the sum splits as inner sum times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Outer terms and inner terms have equal products, so the sum splits as inner sum times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$\left(r+\frac1r\right)$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of the four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of the four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$1296=P^2$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$P=a\cdot ar^3=ar\cdot ar^2=a^2r^3=36$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$s_1=a+ar^3=a(1+r)(1-r+r^2)$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$s_2=ar+ar^2=ar(1+r)$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$w=r+\frac1r$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$\frac{s_1}{s_2}=\frac{1-r+r^2}{r}=w-1$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$126=s_1+s_2=s_2\,w$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$s_2=\frac{126}{w}$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quadratic has no real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two ratios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(reverse GPs of each other), and their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$s_2^2=a^2r^2(1+r)^2=(a^2r^3)\cdot\frac{(1+r)^2}{r}=36(w+2)$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$\frac{126^2}{w^2}=36(w+2)$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$w^2(w+2)=441$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$w^3+2w^2-441=0$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$(w-7)(w^2+9w+63)=0$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quadratic has no real root).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$r+\frac1r=7$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$r^2-7r+1=0$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two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$\frac{7\pm3\sqrt5}{2}$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(reverse GPs of each other), and 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G.P., terms equidistant from the two ends have the same product: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product of four consecutive terms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Symmetric parametrisation: four terms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three terms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sums then become expressions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G.P., terms equidistant from the two ends have the same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$a\cdot ar^3=ar\cdot 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the product of four consecutive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$(a^2r^3)^2$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Symmetric parametrisation: four terms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$\frac{u}{k^3},\frac uk,uk,uk^3$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three terms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uk,u,uk$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sums then become expressions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same identities hold with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a G.P. replaces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valid common ratios of a sum/product problem come in reciprocal pairs, and here are the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$w=r+\frac1r$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$r^2+\frac1{r^2}=w^2-2$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$r^3+\frac1{r^3}=w^3-3w$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$8.125=15.625-7.5$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 same identities hold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place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Reversing a G.P. replaces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valid common ratios of a sum/product problem come in reciprocal pairs, and here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$r^2-7r+1=0$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A.P.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product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minimum and the sum of its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zero,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A.P.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minimum and the sum of its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zero,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$n!-4a_{n(n+2)}$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$\frac{33}{4}$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$\frac{381}{4}$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progression, Maxima and minima of a quadratic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vertex fixes the whole progression.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$a_1a_4$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$a_7=3$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its vertex fixes the whole progression.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upward parabola is minimum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$a_7=a+6d=3$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$a=3-6d$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$a_1a_4=a(a+3d)=(3-6d)(3-3d)=18d^2-27d+9$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upward parabola is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$d_{\min}=\frac{27}{2\times18}=\frac34$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$a=3-6\cdot\frac34=-\frac32$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 n2\left[2a+(n-1)d\right]=0$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$-3+(n-1)\frac34=0$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$n!-4a_{n(n+2)}=5!-4a_{35}=120-4(a+34d)$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$=120-4\left(-\frac32+34\times\frac34\right)=120+6-102=24$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variable,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middle term vanishes).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$a_4=x$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variable,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$a_n=-a_1$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middle term vanishes).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$d=\frac{3-x}{3}$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$a_1=x-3d=2x-3$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$a_1a_4=x(2x-3)=2x^2-3x$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$d=\frac{3-3/4}{3}=\frac34$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 n2(a_1+a_n)=0$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$a_n=-a_1=\frac32$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$a_k=-\frac32+(k-1)\frac34=\frac{3(k-3)}{4}$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$n-3=2$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$-\frac32,-\frac34,0,\frac34,\frac32$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$n(n+2)=35$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$a_{35}=a_7+28d=3+21=24$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$=5!-4\cdot24=120-96=24$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of two terms of an A.P. with one term fixed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in a chosen term); a minimum/maximum is at the vertex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A.P.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sum vanishes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middle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a known term as anchor: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computing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Index traps: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term with index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of two terms of an A.P. with one term fixed is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in a chosen term); a minimum/maximum is at the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$d=-\frac{b}{2a}$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$ad^2+bd+c$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$18d^2-27d+9$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A.P.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$a_n=-a_1$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sum vanishes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$n=2k-1$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middle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a known term as anchor: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$a_m=a_k+(m-k)d$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$a_{35}=a_7+28d$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avoids computing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Index traps: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$a_{n(n+2)}$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term with index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$n(n+2)=35$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$a_n(n+2)$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series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$\frac{1}{1+1^2+1^4}+\frac{2}{1+2^2+2^4}+\frac{3}{1+3^2+3^4}+\cdots$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$\frac{55}{111}$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$\frac{56}{111}$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$\frac{59}{111}$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$\frac{58}{111}$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Telescoping series (method of differences)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factors differ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twice the numerator, so the term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$n^4+n^2+1=(n^2+n+1)(n^2-n+1)$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factors differ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twice the numerator, so the term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factors differ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$t_n=\frac{n}{1+n^2+n^4}=\frac{n}{(n^2+n+1)(n^2-n+1)}$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factors differ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$t_n=\frac12\left(\frac{1}{n^2-n+1}-\frac{1}{n^2+n+1}\right)$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$t_1=\frac12\left(1-\frac13\right)$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$t_2=\frac12\left(\frac13-\frac17\right)$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on: each negative part cancels the next positive part (because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$t_3=\frac12\left(\frac17-\frac1{13}\right)$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on: each negative part cancels the next positive part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$(n+1)^2-(n+1)+1=n^2+n+1$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$t_{10}=\frac12\left(\frac1{91}-\frac1{111}\right)$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$S_{10}=t_1+t_2+\cdots+t_{10}=\frac12\left(1-\frac1{111}\right)=\frac{55}{111}$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$\frac{55}{111}$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pattern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prove it by induction.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pattern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$S_N=\frac{N(N+1)}{2(N^2+N+1)}$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small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prove it by induction.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match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Claim it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Induction step: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$S_2=\frac13+\frac2{21}=\frac37$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$S_3=\frac37+\frac3{91}=\frac6{13}$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match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$S_N=\frac{N(N+1)}{2(N^2+N+1)}$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$\frac26,\frac6{14},\frac{12}{26}$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Claim it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Induction step: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$D=N^2+N+1$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$E=(N+1)^2+(N+1)+1=N^2+3N+3$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$1+(N+1)^2+(N+1)^4=DE$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$(N+1)^2-(N+1)+1=D$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claimed formula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it holds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$S_N+\frac{N+1}{DE}=\frac{N(N+1)E+2(N+1)}{2DE}=\frac{(N+1)(N^3+3N^2+3N+2)}{2DE}$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$N^3+3N^2+3N+2=(N+2)D$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$S_{N+1}=\frac{(N+1)(N+2)}{2E}$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claimed formula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it holds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$S_{10}=\frac{10\cdot11}{2\cdot111}=\frac{55}{111}$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111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$\frac{55}{111}$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consecutive terms share a factor, which is what makes the series telescope.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result: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infinite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factors of a denominator and the numerator is a constant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denominators of the form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$n^4+n^2+1=(n^2+n+1)(n^2-n+1)$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$(n+1)^2-(n+1)+1=n^2+n+1$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consecutive terms share a factor, which is what makes the series telescope.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result: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$\sum_{k=1}^{N}\frac{k}{k^4+k^2+1}=\frac{N(N+1)}{2(N^2+N+1)}$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the infinite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factors of a denominator and the numerator is a constant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$\frac{c(Q-P)}{PQ}=c\left(\frac1P-\frac1Q\right)$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$Q-P=2n$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denominators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$x^4+x^2y^2+y^4$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$(x^2+xy+y^2)(x^2-xy+y^2)$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Q09 – Q22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GP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common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this GP.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number of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994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GP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common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this GP.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$S_6&gt;S_5+1$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$S_7&lt;S_6+\frac12$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number of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08196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Turn both conditions into bounds on the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500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bounds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Turn both conditions into bounds on the first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$a=500m^3$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bounds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term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𝑚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≮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it reverses the inequality.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term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$T_4=\frac{a}{m^3}=500$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$S_n=\frac{a\left[\left(\frac1m\right)^n-1\right]}{\frac1m-1}=\frac{a(1-m^n)}{m^{n-1}(1-m)}$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$S_6&gt;S_5+1$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$\frac{a(1-m^6)}{m^5(1-m)}&gt;\frac{a(1-m^5)}{m^4(1-m)}+1$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$S_7-S_6=500\not&lt;\frac12$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$m^5(1-m)&lt;0$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it reverses the inequality.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reverses it again: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reverses 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$a-am^6&lt;am-am^6+m^5-m^6$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$a(1-m)&lt;m^5(1-m)$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$1-m&lt;0$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reverses it again: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$a&gt;m^5$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$S_7&lt;S_6+\frac12$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$\frac{a(1-m^7)}{m^6(1-m)}&lt;\frac{a(1-m^6)}{m^5(1-m)}+\frac12$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$m^6(1-m)&lt;0$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reverses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$a-am^7&gt;am-am^7+\frac12m^6-\frac12m^7$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$a(1-m)&gt;\frac12m^6(1-m)$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$1-m&lt;0$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$a&lt;\frac{m^6}{2}$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Together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Together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$m^5&lt;a&lt;\frac{m^6}{2}$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$a=500m^3$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$m^2&lt;500&lt;\frac{m^3}{2}$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$m^2&lt;500$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$m^3&gt;1000$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$m\ge11$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$m\in[11,22]$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conditions say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sum formula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$S_{n+1}-S_n=T_{n+1}$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conditions say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$T_6&gt;1$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$T_7&lt;\frac12$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no sum formula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conditions read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$S_6-S_5=T_6$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$S_7-S_6=T_7$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conditions read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$T_6&gt;1$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$T_7&lt;\frac12$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$T_6=\frac{500}{m^2}$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$T_7=\frac{500}{m^3}$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$\frac{500}{m^2}&gt;1$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$m^2&lt;500$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$22^2=484&lt;500&lt;529=23^2$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$\frac{500}{m^3}&lt;\frac12$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$m^3&gt;1000$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$m\ge11$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$10^3=1000$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$m=11,12,\ldots,22$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sequence,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inequalities between consecutive partial sums are inequalities on single terms.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along a G.P. from a known term: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care with integers: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Clearing denominators like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an inequality: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factor is negative, so the inequality reverses at that step.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sequence,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$S_{n+1}-S_n=T_{n+1}$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inequalities between consecutive partial sums are inequalities on single terms.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$S_3-S_2=4=T_3$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along a G.P. from a known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$T_k=T_j\,r^{k-j}$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$T_6=T_4\cdot\frac1{m^2}$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care with integers: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$m^3&gt;1000$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$m^2&lt;500$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$23^2=529$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Clearing denominators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$m^n(1-m)$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an inequality: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factor is negative, so the inequality reverses at that step.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 and denominator both being sums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$\frac{1^3+2^3+3^3+\cdots+n^3}{1\cdot3+2\cdot5+3\cdot7+\cdots+n(2n+1)}=\frac95$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 and denominator both being sums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standard series,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Identify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denominator,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Identify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$k(2k+1)$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denominator,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equals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common, the denominator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$1^3+2^3+\cdots+n^3=\frac{n^2(n+1)^2}{4}$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$k(2k+1)$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$\sum_{k=1}^{n}k(2k+1)$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k(2k+1)=2\cdot\frac{n(n+1)(2n+1)}{6}+\frac{n(n+1)}{2}$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common, 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$\frac{n(n+1)}{6}\left[2(2n+1)+3\right]$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$\frac{\frac{n(n+1)}{4}\cdot6}{2(2n+1)+3}=\frac95$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$\frac{3n(n+1)}{2(4n+5)}=\frac95$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Cross-multiplying: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$15n(n+1)=18(4n+5)$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simplifies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$5n^2-19n-30=0$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$(5n+6)(n-5)=0$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ratio increases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$k(2k+1)=2k(k+1)-k$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k(k+1)$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the ratio increases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test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(telescoping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cubes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of sum), so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$k(2k+1)=2k(k+1)-k$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$\sum_{k=1}^{n}k(k+1)=\frac{n(n+1)(n+2)}{3}$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(telescoping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$k(k+1)(k+2)$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$=\frac{2n(n+1)(n+2)}{3}-\frac{n(n+1)}{2}=\frac{n(n+1)(4n+5)}{6}$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$\left(\frac{n(n+1)}{2}\right)^2$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 of cubes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square of sum), so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$R(n)=\frac{3n(n+1)}{2(4n+5)}$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and takes the value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most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$R(n+1)-R(n)=\frac{3}{2}\cdot\frac{(n+1)(4n+10)}{(4n+5)(4n+9)}&gt;0$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and takes the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most once.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$R(4)=\frac{60}{42}=\frac{10}{7}&lt;\frac95$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$R(5)=\frac{90}{50}=\frac95$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series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find the general term (product of two A.P. terms,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split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forming a polynomial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 non-natural roots: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k^3=\left(\frac{n(n+1)}{2}\right)^2$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$6,14,36$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series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$1\cdot3+2\cdot5+3\cdot7+\cdots$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find the general term (product of two A.P. terms,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$k(2k+1)$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split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$3+10+21=34=\frac{3\cdot4\cdot17}{6}$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$\sum_{k=1}^{n}k(k+1)=\frac{n(n+1)(n+2)}{3}$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$2+6+12=20$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forming a polynomial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reject non-natural roots: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$-\frac65$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334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three A.P. with the same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having their first terms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 such that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17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 whose first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3342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three A.P. with the same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having their first terms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respectively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$\left|\begin{matrix}a&amp;7&amp;1\\2b&amp;17&amp;1\\c&amp;17&amp;1\end{matrix}\right|+70=0$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 whose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$c-a-b$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progression, Determinants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the determinant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any common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Expanding the determinant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$c-2b=7$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$c-2b=-A$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any common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the determinant: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$a=A+6d$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$b=A+1+8d$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$c=A+2+16d$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(3).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the determinant: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$a(17-17)-7(2b-c)+(34b-17c)=20b-10c$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$20b-10c+70=0$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$c-2b=7$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(2) and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(2)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$c-2b=(A+2+16d)-2(A+1+8d)=-A$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$a=-7+6d=29$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$=c-a-b=(A+2+16d)-(A+6d)-(A+1+8d)=-A+1+2d=7+1+12=20$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 d{12}=\frac12$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$=\frac{20}{2}\left[2\cdot20+19\cdot\frac12\right]=10\times49.5=495$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495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Row operation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collapses the determinant,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the first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Row operation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$R_2\to R_2-R_3$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collapses the determinant,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$c-a-b=(c-2b)+(b-a)$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the first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second row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determinant is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A.P.s'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-parts cancel: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$R_2\to R_2-R_3$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second row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$(2b-c,\ 0,\ 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determinant is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 along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$-(2b-c)\left(7\cdot1-1\cdot17\right)=10(2b-c)$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$10(2b-c)+70=0$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$c-2b=7$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A.P.s'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$c-2b=-A$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-parts cancel: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$16d-16d$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$a=A+6d=29$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$c-a-b=(c-2b)+(b-a)=7+(1+2d)=7+13=20$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$b-a=(A+1+8d)-(A+6d)=1+2d$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$S_{20}=20\cdot20+\frac{20\cdot19}{2}\cdot\frac12=400+95=495$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495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different A.P.s with the 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-dependence cancels in combinations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leaving only the first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Determinant shortcut: if two rows share the same entries in some columns, subtract them first. Check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det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'determinant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a single linear relation among the terms; count how many unknowns remain before solving.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different A.P.s with the 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-dependence cancels in combinations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$16d-2\cdot8d=0$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leaving only the first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Determinant shortcut: if two rows share the same entries in some columns, subtract them first.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$(a,b,c)=(5,7,11)$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$\det=-7(14-11)+(238-187)=30=10(2b-c)$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$S_n=nT_1+\frac{n(n-1)}{2}D$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$400+95=495$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'determinant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 is a single linear relation among the terms; count how many unknowns remain before solving.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two positive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geometric progression, while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arithmetic progression,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two positive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geometric progression,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arithmetic progression,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$16a+12b$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and arithmetic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Turn both progressions into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Turn both progressions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$b^2=\frac{a}{18}$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$\frac1a+\frac1b=20$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eliminate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GP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AP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1440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$a,b,\frac1{18}$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GP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$b^2=a\cdot\frac1{18}$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$\frac{a}{18}=b^2$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$\frac1a,10,\frac1b$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AP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$\frac1a+\frac1b=20$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$a+b=20ab$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$a=18b^2$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$18b^2+b=360b^3$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$360b^2-18b-1=0$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$b=\frac{18\pm\sqrt{324+1440}}{720}$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take the plus sign: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1764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take the plus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$b=\frac{18+\sqrt{1764}}{720}=\frac{18+42}{720}$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$a=18\times\frac1{144}=\frac18$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$16a+12b=16\times\frac18+12\times\frac1{12}=2+1=3$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quadratic factorises and no discriminant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$u=\frac1b$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the quadratic factorises and no discriminant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AP condition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factorises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$b^2=\frac a{18}$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$\frac1a=\frac{1}{18b^2}=\frac{u^2}{18}$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AP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$\frac1a+\frac1b=20$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$\frac{u^2}{18}+u=20$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$u^2+18u-360=0$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factorises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$(u-12)(u+30)=0$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$\frac1a=\frac{144}{18}=8$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$16a+12b=2+1=3$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GP iff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AP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HP iff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AP.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HP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two unknowns and one GP and one AP relation, express one unknown from the GP relation and substitute into the AP relation.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perfect-square discriminant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 good sign that the intended answer is rational; reject the negative root when the numbers are stated positive.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GP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 AP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$2y=x+z$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$16=2\cdot8$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$1,5,9$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$10=1+9$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HP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$\frac1x,\frac1y,\frac1z$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AP.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HP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$\frac12,\frac13,\frac16$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two unknowns and one GP and one AP relation, express one unknown from the GP relation and substitute into the AP relation.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perfect-square discriminant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$1764=42^2$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 good sign that the intended answer is rational; reject the negative root when the numbers are stated positive.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GP of increasing positive numbers. If the product of fourth and sixth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fifth and seventh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GP of increasing positive numbers. If the product of fourth and sixth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fifth and seventh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$a_1a_9+a_2a_4a_9+a_5+a_7$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division.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$a_4a_6=a^2r^8$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$a_5+a_7=ar^4(1+r^2)$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$ar^4$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division.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GP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(increasing,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(2) by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GP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(increasing,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$a_4a_6=9$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$(ar^3)(ar^5)=9$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$a^2r^8=9$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$ar^4=3$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$a_5+a_7=24$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$ar^4+ar^6=24$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$ar^4(1+r^2)=24$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(2) by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$1+r^2=8$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$a\cdot49=3$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$a=\frac3{49}$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$a_1a_9+a_2a_4a_9+a_5+a_7=a(ar^8)+(ar)(ar^3)(ar^8)+ar^4+ar^6$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$=a^2r^8+a^3r^{12}+ar^4+ar^6$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$=9+3^3+3+\frac3{49}\times7^3$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$=9+27+3+21=60$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only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since the index offsets cancel.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$a_ma_n$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only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$m+n$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$a_4a_6=a_5^2$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$a_2a_4a_9=a_5^3$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since the index offsets cancel.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terms are positive,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b>
                            </m:sSub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$a_5=a_5$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$a_4=\frac{a_5}{r}$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$a_6=a_5r$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$a_4a_6=a_5^2=9$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All terms are positive,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$a_5+a_7=24$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$r^2=\frac{a_7}{a_5}=7$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$a_1a_9=\left(\frac{a_5}{r^4}\right)(a_5r^4)=a_5^2=9$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(offsets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is never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$a_2a_4a_9=\frac{a_5}{r^3}\cdot\frac{a_5}{r}\cdot a_5r^4=a_5^3=27$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(offsets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$-3,-1,+4$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$9+27+(a_5+a_7)=9+27+24=60$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is never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GP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product of terms whose index offsets from a central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factors; e.g.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(offsets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directly; 'increasing positive GP'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selects the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cross-check with the generic form: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$a_ma_n=a_pa_q$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$m+n=p+q$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$a_k^2=a_{k-s}a_{k+s}$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GP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$a_2a_9=2^{11}=a_5a_6$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product of terms whose index offsets from a central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$a_k^{m}$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factors;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$a_2a_4a_9=a_5^3$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(offsets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$-3,-1,+4$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$2^{15}=(2^5)^3$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$a_5+a_7=a_5(1+r^2)$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directly; 'increasing positive GP'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$a&gt;0,\ 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selects the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$r=+\sqrt7$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cross-check with the generic form: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$a_5=ar^4=\frac3{49}\cdot49=3$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two G.P.s with common ratios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such that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$\{a_k\}$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$\{b_k\}$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 two G.P.s with common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$r_1&lt;r_2$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$c_k=a_k+b_k$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$c_3=\frac{13}4$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$\sum_{k=1}^{\infty}c_k-(12a_6+8b_4)$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 and sum of an infinite GP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decides which ratio belongs to which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$c_2,c_3$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$r_1+r_2$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$r_1^2+r_2^2$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$r_1&lt;r_2$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decides which ratio belongs to which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$c_2=a_2+b_2=5$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$4r_1+4r_2=5$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$r_1+r_2=\frac54$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$c_3=a_3+b_3=\frac{13}4$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$4r_1^2+4r_2^2=\frac{13}4$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$r_1=\frac54-r_2$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$4\left(\frac54-r_2\right)^2+4r_2^2=\frac{13}4$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$16\left(\frac{25}{16}-\frac52r_2+r_2^2\right)+16r_2^2=13$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$25-40r_2+16r_2^2+16r_2^2-13=0$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$32r_2^2-40r_2+12=0$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$8r_2^2-10r_2+3=0$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$(4r_2-3)(2r_2-1)=0$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$r_1&lt;r_2$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c_k=\sum a_k+\sum b_k=\frac{4}{1-\frac12}+\frac{4}{1-\frac34}=8+16=24$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$12a_6=12\cdot4\left(\frac12\right)^5=\frac32$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$8b_4=8\cdot4\left(\frac34\right)^3=\frac{27}2$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c_k-12a_6-8b_4=24-\frac32-\frac{27}2=9$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symmetric quantities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read the ratios as roots of one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Work with the symmetric quantities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$s=r_1+r_2$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$p=r_1r_2$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read the ratios as roots of one quadratic.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$s=r_1+r_2=\frac54$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$c_3=\frac{13}4$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$r_1^2+r_2^2=\frac{13}{16}$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$r_1^2+r_2^2=s^2-2p$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$2p=\frac{25}{16}-\frac{13}{16}=\frac34$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$r_1,r_2$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$t^2-\frac54t+\frac38=0$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$8t^2-10t+3=0$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$t=\frac12,\frac34$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order matters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though not for the infinite sum).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$r_1&lt;r_2$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$r_2=\frac34$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order matters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though not for the infinite sum).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c_k=\frac{4}{1-r_1}+\frac4{1-r_2}=8+16=24$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$12a_6+8b_4=\frac32+\frac{27}2=15$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Answer: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$24-15=9$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sum of GPs, split it: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unknown ratios from conditions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best handled via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ordering condition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matters whenever the final expression is not symmetric in the two GPs: swapping the ratios here would make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15.39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infinite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of a GP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(watch the exponent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c_k$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sum of GPs, split 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$\sum_{k\ge1}ar^{k-1}=\frac{a}{1-r}$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unknown ratios from conditions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best handled via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$s=r_1+r_2$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$r_1^2+r_2^2=s^2-2r_1r_2$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$\frac{25}{16}-\frac34=\frac{13}{16}$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ordering condition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$r_1&lt;r_2$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matters whenever the final expression is not symmetric in the two GPs: swapping the ratios here would make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$12a_6+8b_4\approx15.39$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answer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$\approx8.61$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infinite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of a GP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$a_6=ar^5$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$b_4=br^3$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(watch the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b>
                            </m:sSub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$a_n=a_{n-1}+(n-1)$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$b_n=b_{n-1}+a_{n-1}$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$\forall n\ge2$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$S=\sum_{n=1}^{10}\frac{b_n}{2^n}$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$T=\sum_{n=1}^{8}\frac{n}{2^{n-1}}$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$2^7(2S-T)$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Arithmetico-geometric series and recurrence relations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creates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S2$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$b_n\to a_{n-1}$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$a_n\to n-1$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creates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Recurrences: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sheet prints only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see note).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(A)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(B), using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Recurrences: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$b_n-b_{n-1}=a_{n-1}$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$a_n-a_{n-1}=n-1$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sheet prints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see note).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$S=\frac{b_1}2+\frac{b_2}{2^2}+\cdots+\frac{b_{10}}{2^{10}}$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S2=\frac{b_1}{2^2}+\frac{b_2}{2^3}+\cdots+\frac{b_{10}}{2^{11}}$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(B),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$b_n-b_{n-1}=a_{n-1}$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S2=\frac{b_1}2+\frac{a_1}{2^2}+\frac{a_2}{2^3}+\cdots+\frac{a_9}{2^{10}}-\frac{b_{10}}{2^{11}}$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(D)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(D), using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the middle block: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bracket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(D)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$S=b_1+\frac{a_1}2+\frac{a_2}{2^2}+\cdots+\frac{a_9}{2^9}-\frac{b_{10}}{2^{10}}$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(D),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$a_k-a_{k-1}=k-1$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S2=\frac{b_1}2+\frac{a_1}2+\frac1{2^2}+\frac2{2^3}+\cdots+\frac8{2^9}-\frac{a_9}{2^{10}}-\frac{b_{10}}{2^{11}}$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$\frac1{2^2}$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the middle block: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S2=\frac{b_1+a_1}2+\frac1{2^2}\left(\frac11+\frac22+\cdots+\frac8{2^7}\right)-\frac{a_9}{2^{10}}-\frac{b_{10}}{2^{11}}$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S2=1+\frac T4-\frac{a_9}{2^{10}}-\frac{b_{10}}{2^{11}}$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$2S=4+T-\frac{a_9}{2^8}-\frac{b_{10}}{2^9}$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$2S-T=4-\frac{a_9}{2^8}-\frac{b_{10}}{2^9}$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$2^7(2S-T)=2^9-\frac{a_9}2-\frac{b_{10}}4$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$a_9=1+(1+2+\cdots+8)=37$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$b_{10}=1+(a_1+a_2+\cdots+a_9)=130$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$2^7(2S-T)=512-\frac{37}2-\frac{130}4=512-18.5-32.5=461$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461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recurrences in closed form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sum directly, no subtraction trick.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recurrences in closed form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$a_n=1+\binom 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$b_n=n+\binom n3$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sum directly, no subtraction trick.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(hockey stick).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the first sums cancel except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$a_n=1+(1+2+\cdots+(n-1))=1+\binom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$b_n=1+(a_1+\cdots+a_{n-1})=1+(n-1)+\binom n3=n+\binom 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(hockey stick).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$b_{10}=10+120=130$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$S=\sum_{n=1}^{10}\frac{n}{2^n}+\sum_{n=3}^{10}\frac{\binom n3}{2^n}$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$T=2\sum_{n=1}^{8}\frac n{2^n}$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$2S-T=2\left(\frac9{2^9}+\frac{10}{2^{10}}\right)+2\sum_{n=3}^{10}\frac{\binom n3}{2^n}$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the first sums cancel except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$n=9,10$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$2\left(\frac9{2^9}+\frac{10}{2^{10}}\right)=\frac7{128}$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$2^7\times$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$2^7\cdot2\sum\frac{\binom n3}{2^n}=\sum_{n=3}^{10}\binom n3 2^{8-n}=32+64+80+80+70+56+42+30=454$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$7+454=461$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461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hockey-stick identity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Arithmetico-geometric trick: for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b>
                            </m:sSub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subtract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sum; each subtraction lowers the degree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one. Exact value: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$a_n-a_{n-1}=f(n)$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$a_n=c+\sum_{k=2}^{n}f(k)$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$f(n)=n-1$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$a_n=1+\binom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$b_n=n+\binom 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hockey-stick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$\sum_{k&lt;n}\binom k2=\binom n3$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$b_1,\ldots,b_4=1,2,4,8$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$4+\binom43=8$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Arithmetico-geometric trick: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$\sum_{n=1}^{N}\frac{u_n}{x^n}$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sum; each subtraction lowers the degree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one. Exact value: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$\sum_{n=1}^{N}\frac{n}{2^{n-1}}=4-\frac{N+2}{2^{N-1}}$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$4-\frac5{64}=\frac{251}{64}$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finite sum the 'boundary' terms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never vanish; keep them.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answer depends on the initial value: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starting value must be given.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finite sum the 'boundary' terms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$-\frac{a_9}{2^{10}}$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$-\frac{b_{10}}{2^{11}}$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never vanish; keep them.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answer depends on the initial value: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$a_1=b_1=c$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$461+509(c-1)$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starting value must be given.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total number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whose greatest common divisor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total number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whose greatest common divisor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Counting multiples in an arithmetic progression, GCD and divisibility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condition says the number is even but not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$54=2\cdot3^3$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condition says the number is even but not a multiple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Four-digit 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9998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$54=2\cdot3^3$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$\gcd(n,54)=2$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Four-digit 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$1000,1002,\ldots,9998$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$\frac{9998-1000}2+1=4500$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Four-digit 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9996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Four-digit numbers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Four-digit 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$1002,1008,\ldots,9996$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$\frac{9996-1002}6+1=1500$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Four-digit numbers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not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$4500-1500=3000$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3000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every block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good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$\gcd(n,54)=2$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$n\equiv2,4\pmod6$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every block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has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good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(residues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block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contains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with residue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$3\nmid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$n\equiv2$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$4\pmod 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(residues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$1000,\ldots,9999$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$9000=6\times1500$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block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contains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with residue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$=2\times1500=3000$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3000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∣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any run of consecutive integers whose length is a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numbers satisfying a condition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 with exact density: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$\gcd(n,m)=g$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$m=g\,m'$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$g\mid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$\gcd(n/g,m')=1$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$3\nmid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$3\nmid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$[L,U]$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$\lfloor U/d\rfloor-\lfloor (L-1)/d\rfloor$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$[1000,9999]$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$1666-166=1500$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any run of consecutive integers whose length is a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numbers satisfying a condition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 with exact density: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$\frac26=\frac13$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$9000\cdot\frac13=3000$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common term of the series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common term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$S_1=3+7+11+15+19+\cdots$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$S_2=1+6+11+16+21+\cdots$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Common terms of two arithmetic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Common terms of two APs form an AP with common difference equal to the LCM of the two differences.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common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appears in both series).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of the two APs form an AP whose common difference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common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common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appears in both series).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of the two APs form an AP whose common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$\mathrm{lcm}(4,5)=20$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common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$11,31,51,\ldots$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$T_8=11+(8-1)\times20$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$T_8=11+140=151$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congruences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substitution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congruences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$x\equiv3\pmod4$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$x\equiv1\pmod5$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substitution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$x\equiv11\pmod{20}$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Terms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series are infinite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common term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$x\equiv3\pmod4$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$x=5m+1$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$5m+1\equiv m+1\pmod4$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$m+1\equiv3$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$m\equiv2\pmod4$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$m=4t+2$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$x=5(4t+2)+1=20t+11$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$t=0,1,2,\ldots$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(both series are infinite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common term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$x=140+11=151$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AP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difference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AP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common terms (if any) form an AP with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 in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exist only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difference of the first terms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share nothing).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the first common term by listing or by CRT;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common term is first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provided it stays within the finite ranges, if any are given (as in Q22).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AP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AP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common terms (if any) form an AP with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$\mathrm{lcm}(d_1,d_2)$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$11,31,51$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 in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$3,7,11,\ldots$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$1,6,11,\ldots$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exist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$\gcd(d_1,d_2)$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difference of the first terms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$1,3,5,\ldots$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$2,4,6,\ldots$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share nothing).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Find the first common term by listing or by CRT;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common term is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$+(n-1)\,\mathrm{lcm}$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provided it stays within the finite ranges, if any are given (as in Q22).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sub>
                                </m:sSub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sub>
                                </m:sSub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17</m:t>
                                    </m:r>
                                  </m:sub>
                                </m:sSub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18</m:t>
                                    </m:r>
                                  </m:sub>
                                </m:sSub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$a_1,a_2,\ldots,a_n$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$a_5=2a_7$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$a_{11}=18$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$12\left(\frac1{\sqrt{a_{10}}+\sqrt{a_{11}}}+\frac1{\sqrt{a_{11}}+\sqrt{a_{12}}}+\cdots+\frac1{\sqrt{a_{17}}+\sqrt{a_{18}}}\right)$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 and telescoping sums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sum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$\frac1{\sqrt{a_k}+\sqrt{a_{k+1}}}$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$\frac{\sqrt{a_k}-\sqrt{a_{k+1}}}{-d}$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sum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$a_5=2a_7$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$a+4d=2(a+6d)$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$a+8d=0$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$a_{11}=18$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$a+10d=18$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$2d=18$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$a_{10}=a+9d=-72+81=9$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$a_{18}=a+17d=-72+153=81$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Rationalise each term: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telescopes: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18</m:t>
                                </m:r>
                              </m:sub>
                            </m:sSub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Rationalise each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$\frac1{\sqrt{a_k}+\sqrt{a_{k+1}}}=\frac{\sqrt{a_k}-\sqrt{a_{k+1}}}{a_k-a_{k+1}}=\frac{\sqrt{a_k}-\sqrt{a_{k+1}}}{-d}$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telescopes: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$12\cdot\frac{\sqrt{a_{10}}-\sqrt{a_{18}}}{-d}$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$=12\left[\frac{3-9}{-9}\right]=12\times\frac69=8$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re-indexing turns the terms into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$a_5=2a_7$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$a_9=0$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$a_n=9(n-9)$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re-indexing turns the terms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 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$m=1,\ldots,9$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rad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telescopes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$a_5=2a_7$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$a+8d=0$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$a_n=d(n-9)$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$a_{11}=2d=18$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$a_n=9(n-9)$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$n=10,\ldots,18$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$m=n-9\in\{1,\ldots,9\}$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$\sqrt{a_n}=3\sqrt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$12\sum_{m=1}^{8}\frac1{3(\sqrt m+\sqrt{m+1})}=4\sum_{m=1}^{8}\left(\sqrt{m+1}-\sqrt m\right)$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telescopes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$\sqrt9-\sqrt1=2$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$4\times2=8$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AP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sub>
                                </m:sSub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Likewise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locates the zero of the AP: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denominators of the form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first thing to try when consecutive terms share square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$\sum_{k=1}^{m}\frac1{\sqrt{a_k}+\sqrt{a_{k+1}}}=\frac{\sqrt{a_{m+1}}-\sqrt{a_1}}d$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$\frac1{1+2}=\frac{2-1}3$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Likewise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$\sum\frac1{a_ka_{k+1}}=\frac1d\left(\frac1{a_1}-\frac1{a_{m+1}}\right)$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$\frac12+\frac16=\frac23=1-\frac13$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$a_p=\lambda a_q$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locates the zero of the AP: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$a_n=d(n-9)$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$-72+8\cdot9=0$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$a_5=-36=2a_7=2(-18)$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Rationalising denominators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x+\sqrt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first thing to try when consecutive terms share square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that are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either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-digit numbers that are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either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Counting multiples in an arithmetic progression, Inclusion-exclusion principle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 and subtract the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counted twice.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multiples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 and subtract the multiples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counted twice.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neither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we may count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⌊"/>
                        <m:sepChr m:val=""/>
                        <m:endChr m:val="⌋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2799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among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⌊"/>
                        <m:sepChr m:val=""/>
                        <m:endChr m:val="⌋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$1000,\ldots,2800$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neither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we may count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$1002+(n-1)3=2799$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$\left\lfloor\frac{2799}{11}\right\rfloor=254$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$\left\lfloor\frac{999}{11}\right\rfloor=90$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$254-90=164$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⌊"/>
                        <m:sepChr m:val=""/>
                        <m:endChr m:val="⌋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2799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among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⌊"/>
                        <m:sepChr m:val=""/>
                        <m:endChr m:val="⌋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$\left\lfloor\frac{2799}{33}\right\rfloor=84$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$\left\lfloor\frac{999}{33}\right\rfloor=30$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$84-30=54$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$n(3)+n(11)-n(33)=600+164-54=710$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periodicity: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are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periodicity: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consecutive integers are divisible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qualify.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qualify):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multiple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$11+3-1=13$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qualify.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$1000,\ldots,2781$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$1782=33\times54$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$54\times13=702$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$2782,\ldots,2799$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does not qualify):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$2784,2787,\ldots,2799$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$2794$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no multiple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$702+6+2=710$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∩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multiples of both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multiples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 case). Check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of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multiples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 the bound carefully: '4-digit' starts the range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 endpoint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should be tested but here belongs to neither set.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Periodicity shortcut: the pattern of divisibility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repeats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count whole periods and handle the remainder by hand.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$n(A\cup B)=n(A)+n(B)-n(A\cap 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multiples of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(coprime case). Check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$11+3-1=13$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of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$[L,U]$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$\lfloor U/d\rfloor-\lfloor(L-1)/d\rfloor$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multiples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$[1000,2799]$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$933-333=600$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 the bound carefully: '4-digit' starts the range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an endpoint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should be tested but here belongs to neither set.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Periodicity shortcut: the pattern of divisibility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repeats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count whole periods and handle the remainder by hand.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$1^2-2\cdot3^2+3\cdot5^2-4\cdot7^2+5\cdot9^2-\cdots+15\cdot29^2$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series and sums of powers of natural numbers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alternating sum by the parity of the term number into two polynomial sums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alternating sum by the parity of the term number into two polynomial sums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Separate the odd-placed and the even-placed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Odd-placed terms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Even-placed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$(-1)^{k+1}k(2k-1)^2$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$k=1,\ldots,15$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Separate the odd-placed and the even-placed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$S=\left(1\cdot1^2+3\cdot5^2+\cdots+15\cdot29^2\right)-\left(2\cdot3^2+4\cdot7^2+\cdots+14\cdot27^2\right)$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Odd-placed terms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$\sum_{n=1}^{8}(2n-1)(4n-3)^2$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Even-placed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$\sum_{n=1}^{7}(2n)(4n-1)^2$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$(2n-1)(4n-3)^2=32n^3-64n^2+42n-9$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$2n(4n-1)^2=32n^3-16n^2+2n$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sum,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41472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13056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29856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sum,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25088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29856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sum,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n^3=1296$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n^2=204$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$32(1296)-64(204)+42(36)-9(8)=41472-13056+1512-72=29856$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sum,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n^3=784$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n^2=140$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$32(784)-16(140)+2(28)=25088-2240+56=22904$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$S=29856-22904=6952$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6952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alternating power sums, each found by pairing consecutive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$k(2k-1)^2=4k^3-4k^2+k$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alternating power sums, each found by pairing consecutive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$S=4A_3-4A_2+A_1$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$A_p=\sum_{k=1}^{15}(-1)^{k+1}k^p$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$A_1=(1-2)+(3-4)+\cdots+(13-14)+15=-7+15=8$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$(2m-1)^2-(2m)^2=-(4m-1)$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$A_2=-\sum_{m=1}^{7}(4m-1)+225=-105+225=120$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7424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$(2m-1)^3-(2m)^3=-(12m^2-6m+1)$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$A_3=-(12\cdot140-6\cdot28+7)+3375=-1519+3375=1856$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$S=4(1856)-4(120)+8=7424-480+8=6952$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6952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pair consecutive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degree one lower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becomes an ordinary polynomial sum.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Alternating sums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odd),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the shape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linear factor times a squared linear factor) with alternating sign; when the pattern has two interlaced sub-patterns, split by parity and reindex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sums: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$\sum(-1)^{k+1}f(k)$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pair consecutive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$f(2m-1)-f(2m)$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degree one lower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 becomes an ordinary polynomial sum.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$1-4+9=6$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$-3+9=6$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Alternating sums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$A_1=\frac{N+1}2$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$A_2=(-1)^{N+1}\frac{N(N+1)}2$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Recognise the shape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$k(2k-1)^2$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linear factor times a squared linear factor) with alternating sign; when the pattern has two interlaced sub-patterns, split by parity and reindex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sums: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n^2=\frac{n(n+1)(2n+1)}6$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n^3=\left(\frac{n(n+1)}2\right)^2$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A.P. If the sum of its first four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its last four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product of its middle two terms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$a_2,a_3,\ldots,a_n$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A.P. If the sum of its first four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its last four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product of its middle two terms is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First-four sum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last-four sum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middle terms of an even-length AP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First-four sum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last-four sum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middle terms of an even-length AP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$a_{n/2},a_{n/2+1}$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four terms: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four terms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their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the middle terms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four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$S_4=50$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$2(16+3d)=50$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four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$a_{n-3},\ldots,a_n$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their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$4a+d(4n-10)=170$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$32+3(4n-10)=170$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$4n-10=46$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the middle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$T_7T_8=(8+6\times3)(8+7\times3)=26\times29=754$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754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Terms equidistant from the ends have a constant sum,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hence the middle pair.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Terms equidistant from the ends have a constant sum,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$4(a_1+a_n)=50+170$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$a_1+a_n$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hence the middle pair.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 the first-four and last-four sums: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four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$a_i+a_{n+1-i}=a_1+a_n$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Adding the first-four and last-four sums: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$4(a_1+a_n)=50+170=220$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$a_1+a_n=55$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four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$50=4\cdot8+6d$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$a_n=55-8=47=8+3(n-1)$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middle terms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middle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$a_7,a_8$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$a_7+a_8=a_1+a_{14}=55$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$a_8-a_7=3$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$a_8=29$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$=26\times29=754$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754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finite AP,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the 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together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first four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last four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last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 with last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two middle terms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 up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middle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first four: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finite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$a_i+a_{n+1-i}=a_1+a_n$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the 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together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$k(a_1+a_n)$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$8,11,\ldots,47$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first four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last four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$4\cdot55=220$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last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 with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$ka_n-\frac{k(k-1)}2d$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$4\cdot47-6\cdot3=170$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two middle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$a_{n/2},a_{n/2+1}$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add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middle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$\frac{a_1+a_n}2$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k2\left(2a+(k-1)d\right)$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first four: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$\frac42(16+3\cdot3)=50$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common terms of the following three arithmetic progressions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common terms of the following three arithmetic progressions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$3,7,11,15,\ldots,399$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$2,5,8,11,\ldots,359$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$2,7,12,17,\ldots,197$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 [JEE(Main) Jan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Common terms of arithmetic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Common terms of several APs form an AP with difference the LCM of the differences, cut off by the shortest range.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two APs: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common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two APs: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$x\equiv3\pmod4$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$x\equiv2\pmod3$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$x\equiv11\pmod{12}$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common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$11,23,35,\ldots,359$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Third 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$x\equiv2\pmod5$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$x\le197$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$x=12j+11$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$12j+11\equiv2j+1\equiv2\pmod5$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$2j\equiv1$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$j\equiv3\pmod5$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common terms of all three form the 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AP ends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allowed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common terms of all three form the 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$47,107,167,227,\ldots$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$\mathrm{lcm}(12,5)=60$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third AP ends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$47,107,167$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allowed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$227&gt;197$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$=47+107+167=321$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shortest AP,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impose the other two congruences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shortest AP,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$x=5k+2$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impose the other two congruences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the third 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Together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the third 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$x=5k+2$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k\le39$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$197=5\cdot39+2$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$x\equiv3\pmod4$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$5k+2\equiv k+2\equiv3$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$k\equiv1\pmod4$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$x\equiv2\pmod3$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$5k+2\equiv2k+2\equiv2$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$k\equiv0\pmod3$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Together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$k\equiv9\pmod{12}$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$k=9,21,33$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$k=45&gt;39$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$x=47,107,167$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$\le359$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$\le399$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several APs, common terms satisfy simultaneous congruences; they form an AP with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starting from the first common term.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all three lists.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terms up to the smallest of the last terms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be common; count with </a:t>
                </a:r>
                <a14:m>
                  <m:oMath xmlns:m="http://schemas.openxmlformats.org/officeDocument/2006/math">
                    <m:d>
                      <m:dPr>
                        <m:begChr m:val="⌊"/>
                        <m:sepChr m:val=""/>
                        <m:endChr m:val="⌋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an AP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middle term (odd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Parametrising the AP with the largest difference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minimises the number of congruences to solve.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several APs, common terms satisfy simultaneous congruences; they form an AP with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$\mathrm{lcm}(d_1,d_2,d_3)$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$\mathrm{lcm}(4,3,5)=60$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starting from the first common term.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$47,107,167$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all three lists.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terms up to the smallest of the last terms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can be common; count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$\left\lfloor\frac{197-47}{60}\right\rfloor+1=3$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an AP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middle term (odd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$3\times107=321$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Parametrising the AP with the largest difference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$5k+2$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minimises the number of congruences to solve.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Q23 – Q34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series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3450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$5+11+19+29+41+\cdots$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$3450$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a series whose differences form an AP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successive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AP, so the general term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successive differences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$6,8,10,12$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AP, so the general term is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$5,11,19,29,\ldots$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$T_r=ar^2+br+c$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$T_1=a+b+c=5$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$T_2=4a+2b+c=11$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$T_3=9a+3b+c=19$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the three equations: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 the three equations: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$a=1,\ b=3,\ 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$T_r=r^2+3r+1$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$T_4=29,\ T_5=41$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$S_{20}=\sum_{r=1}^{20}r^2+3\sum_{r=1}^{20}r+\sum_{r=1}^{20}1$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$=\frac{20\cdot21\cdot41}{6}+3\cdot\frac{20\cdot21}{2}+20=2870+630+20=3520$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3520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telescope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consecutive products.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$T_r=(r+1)(r+2)-1$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telescope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$(r+1)(r+2)$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consecutive products.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telescopes: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10626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twenty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$5=6-1,\ 11=12-1,\ 19=20-1,\ 29=30-1,\ 41=42-1$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$T_r=(r+1)(r+2)-1$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$(r+1)(r+2)=\frac{(r+1)(r+2)(r+3)-r(r+1)(r+2)}{3}$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telescopes: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$\sum_{r=1}^{20}(r+1)(r+2)=\frac{21\cdot22\cdot23-1\cdot2\cdot3}{3}=\frac{10626-6}{3}=3540$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the twenty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's: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$S_{20}=3540-20=3520$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3520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first differences of a sequence are in AP, the general term is quadratic and the 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cubic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gave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terms close to products of consecutive integers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suggest the telescoping identity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first differences of a sequence are in AP, the general term is quadratic and the 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cubic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differences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$6,8,10,12$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$T_r=r^2+3r+1$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terms close to products of consecutive integers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$6,12,20,30,42=2\cdot3,3\cdot4,\ldots$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suggest the telescoping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$k(k+1)=\frac{k(k+1)(k+2)-(k-1)k(k+1)}{3}$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$\sum_{r=1}^{n}r^2=\frac{n(n+1)(2n+1)}{6}$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$\sum_{r=1}^{n}r=\frac{n(n+1)}{2}$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$\gcd(m,n)=1$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$1^2-2^2+3^2-4^2+\cdots+(2021)^2-(2022)^2+(2023)^2=1012\,m^2n$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$m^2-n^2$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Alternating sum of squares (difference of squares, sum of natural numbers), Prime factorisation and coprime integers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consecutive squares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every pair gives minus the sum of its two numbers.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consecutive squares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$a^2-b^2=(a-b)(a+b)$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every pair gives minus the sum of its two numbers.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 the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bracket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(sum of the two numbers), so 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 the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$1012m^2n=(1-2)(1+2)+(3-4)(3+4)+\cdots+(2021-2022)(2021+2022)+(2023)^2$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(sum of the two numbers), so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$(-1)(1+2+3+\cdots+2022)+(2023)^2$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$=(-1)\cdot\frac{2022\cdot2023}{2}+(2023)^2$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$=2023\,(2023-1011)=2023\times1012$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only choices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choice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negative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an option).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$1012m^2n$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$m^2n=2023=17^2\cdot7$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$\gcd(m,n)=1$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only choices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$m=17,\ 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choice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$m=1,\ n=2023$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negative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$m^2-n^2$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an option).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$m^2-n^2=17^2-7^2=289-49=240$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240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2023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$\sum_{k=1}^{N}(-1)^{k+1}k^2=(-1)^{N+1}\frac{N(N+1)}{2}$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$N=2023$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Claim: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true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Induction: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(odd), the sum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Claim: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$f(N)=\sum_{k=1}^{N}(-1)^{k+1}k^2=(-1)^{N+1}\frac{N(N+1)}{2}$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is true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Induction: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$(-1)^{N+2}\frac{(N+1)(N+2)}{2}-(-1)^{N+1}\frac{N(N+1)}{2}=(-1)^{N}\frac{(N+1)(N+2+N)}{2}=(-1)^N(N+1)^2$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exactly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(odd),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$+\frac{2023\cdot2024}{2}=2023\cdot1012$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square part,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$1012m^2n=2023\cdot1012$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$m^2n=2023=7\cdot17^2$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$\gcd(m,n)=1$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square part,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$m=17,\ 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$m^2-n^2=240$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240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Alternating sums of squares collapse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consecutive pairs give the negative of their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only values whose square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cofactor coprime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list squares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$1^2-2^2+3^2-\cdots+N^2=\frac{N(N+1)}{2}$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$1-4+9=6=\frac{3\cdot4}{2}$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$6-16=-10$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Alternating sums of squares collapse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$a^2-b^2=(a-b)(a+b)$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consecutive pairs give the negative of their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$m^2n=K$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$\gcd(m,n)=1$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only values whose square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cofactor coprime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list squares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25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least value. Then: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2252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$S_K=\frac{1+2+\cdots+K}{K}$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$\sum_{j=1}^{n}S_j^2=\frac{n}{A}\left(Bn^2+Cn+D\right)$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least value. Then: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$A+B=5(D-C)$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Mean of first K natural numbers and sum of squares of natural numbers, Divisibility of integers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sum of squares starting 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$S_j=\frac{j+1}{2}$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S_j^2$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$\frac14\sum(j+1)^2$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sum of squares starting 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$S_K=\frac{K(K+1)}{2K}=\frac{K+1}{2}$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$\sum_{j=1}^{n}S_j^2=\sum_{j=1}^{n}\frac{(j+1)^2}{4}=\frac14\left(2^2+3^2+4^2+\cdots+(n+1)^2\right)$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no common factor,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integer, so (A) is true. Others: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(A)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$=\frac14\left(\frac{(n+1)(n+2)(2n+3)}{6}-1\right)$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$=\frac14\cdot\frac{(n^2+3n+2)(2n+3)-6}{6}$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$=\frac14\cdot\frac{2n^3+6n^2+4n+3n^2+9n+6-6}{6}=\frac14\cdot\frac{2n^3+9n^2+13n}{6}$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$=\frac{n}{24}\left(2n^2+9n+13\right)$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$A=24,\ B=2,\ C=9,\ D=13$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$2,9,13$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no common factor,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least).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$\frac{A+B}{D}=\frac{26}{13}=2$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integer, so (A) is true. Others: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$A+B+C+D=48$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not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$A+B=26\neq5(D-C)=20$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$A+C+D=46$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(A)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A + B is divisible by D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sum is a cubic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constant term, so fit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quadratic)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finite differences.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sum is a cubic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constant term, so fit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$\frac1n\sum S_j^2$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quadratic)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$n=1,2,3$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finite differences.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cubic,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$S_j^2=\frac{(j+1)^2}{4}$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$S_1^2=1,\ S_2^2=\frac94,\ S_3^2=4$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 \frac{13}{4},\ \frac{29}{4}$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S_j^2$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vanishes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cubic,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$q(n)=\frac1n\sum_{j=1}^{n}S_j^2=\frac{Bn^2+Cn+D}{A}$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$q(1)=1,\ q(2)=\frac{13}{8},\ q(3)=\frac{29}{12}$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differences: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second difference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leading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slope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differences: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second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$\frac{19}{24}-\frac{15}{24}=\frac16$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leading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$\frac{1}{12}=\frac{2}{24}$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$q(n)-\frac{n^2}{12}$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$\frac{13}{8}-\frac13=\frac{31}{24}$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slope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$\frac{31}{24}-\frac{22}{24}=\frac{9}{24}$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$q(n)=\frac{n^2}{12}+\frac{9n}{24}+\frac{13}{24}=\frac{2n^2+9n+13}{24}$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$\frac{58}{24}=\frac{29}{12}$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 is the one that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$A=24,B=2,C=9,D=13$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$A+B=26=2D$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 is the one that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A + B is divisible by D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power sum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zero constant term,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determine it (finite differences).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data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least, divide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the four integers have no common factor.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$\sum_{k=1}^{n}k^2=\frac{n(n+1)(2n+1)}{6}$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$\sum_{k=2}^{n+1}k^2=\frac{(n+1)(n+2)(2n+3)}{6}-1$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$4+9=13$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power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$\sum_{j=1}^{n}j^p$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zero constant term,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determine it (finite differences).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data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$\frac{n}{A}(Bn^2+Cn+D)$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least,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$\gcd(A,B,C,D)$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the four integers have no common factor.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of the series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11290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$5+8+14+23+35+50+\cdots$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$S_n=\sum_{k=1}^{n}a_k$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$S_{30}-a_{40}$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$11260$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$11280$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$11290$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a series with first differences in AP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differences of 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AP,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differences of the terms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$3,6,9,12,\ldots$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AP,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$a_n=5+(3+6+\cdots)$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again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shifted by one place.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$S_n=5+8+14+23+35+\cdots+a_{n-1}+a_n$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$S_n=5+8+14+23+\cdots+a_{n-1}+a_n$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shifted by one place.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$a_n=5+3+6+9+12+\cdots$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$a_n=5+\frac{n-1}{2}\left[6+(n-2)3\right]$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$a_n=5+\frac{n-1}{2}(3n)=\frac32n(n-1)+5=\frac{3n^2}{2}-\frac{3n}{2}+5$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14182.5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697.5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$a_{40}=3\times\frac{40^2}{2}-3\times\frac{40}{2}+5=2400-60+5=2345$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$S_{30}=\frac32\times\frac{30\cdot31\cdot61}{6}-\frac32\times\frac{30\cdot31}{2}+5\times30=14182.5-697.5+150=13635$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$S_{30}-a_{40}=13635-2345=11290$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11290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sum with the hockey-stick identity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$a_n=5+3\binom{n}{2}$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sum with the hockey-stick identity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$\sum_{k=1}^{n}\binom{k}{2}=\binom{n+1}{3}$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hockey-stick identity.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differences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$3,6,9,\ldots$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$a_n=5+3\left(1+2+\cdots+(n-1)\right)=5+3\binom{n}{2}$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$a_3=5+9=14$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$a_{40}=5+3\binom{40}{2}=5+3\cdot780=2345$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$S_{30}=5\cdot30+3\sum_{k=1}^{30}\binom{k}{2}=150+3\binom{31}{3}$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the hockey-stick identity.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13635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$\binom{31}{3}=\frac{31\cdot30\cdot29}{6}=4495$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$S_{30}=150+13485=13635$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$S_{30}-a_{40}=13635-2345=11290$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11290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first differences are in AP,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quadratic;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Hockey-stick: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confuse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 with the single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question mixes the two.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first differences are in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$a_n=a_1+\sum_{k=1}^{n-1}d_k$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$d_k=3k$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$a_n=a_1+3\binom{n}{2}$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Hockey-stick: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$\sum_{k=r}^{n}\binom{k}{r}=\binom{n+1}{r+1}$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$\sum_{k=1}^{4}\binom{k}{2}=0+1+3+6=10=\binom{5}{3}$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 not confuse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 with the single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question mixes the two.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geometric progression be positive integers. If the sum of squares of its first three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these three terms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geometric progression be positive integers. If the sum of squares of its first three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these three terms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progression, Prime factorisation of integers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Squares of the terms give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33033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forces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Squares of the terms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$a^2(1+r^2+r^4)=33033=3\cdot7\cdot11^2\cdot13$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a square divisor,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132129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an integer (as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132129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$a^2+a^2r^2+a^2r^4=33033$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$a^2(1+r^2+r^4)=33033$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$33033=3\times7\times(11)^2\times13$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must be a square divisor,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$a\in\{1,11\}$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$1+r^2+r^4=33033$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$r^2=\frac{-1+\sqrt{132129}}{2}$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an integer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$363^2&lt;132129&lt;364^2$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$a^2=(11)^2$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$1+r^2+r^4=273$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$r^4+r^2-272=0$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$(r^2-16)(r^2+17)=0$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$a=11,\ ar=44,\ ar^2=176$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$a+ar+ar^2=11+44+176=231$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231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required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divide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$1+r^2+r^4=(r^2+r+1)(r^2-r+1)$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required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$S=a(1+r+r^2)$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must divide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$33033$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required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divisor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odd and has no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even), so they do not divide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prime not 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$33033=a^2(1+r^2+r^4)=a^2(r^2+r+1)(r^2-r+1)=\left[a(r^2+r+1)\right]\left[a(r^2-r+1)\right]$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required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$S=a(1+r+r^2)$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divisor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$33033=3\cdot7\cdot11^2\cdot13$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odd and has no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even), so they do not divide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prime not 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$33033=241\cdot137+16$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quotient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only possible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(confirm: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$231=3\cdot7\cdot11$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quotient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only possible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(confirm: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$a=11,r=4$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$a(r^2-r+1)=11\cdot13=143$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231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squares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given sum of squares: a quick elimination test for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dividing a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integer ratio constraints, list the square divisors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$a^2+a^2r^2+a^2r^4=a^2(1+r^2+r^4)$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$1+r^2+r^4=(r^2+r+1)(r^2-r+1)$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$273=21\cdot13$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squares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$S\cdot a(r^2-r+1)$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$S=a(1+r+r^2)$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given sum of squares: a quick elimination test for options.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dividing a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integer ratio constraints, list the square divisors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$S_n=4+11+21+34+50+\cdots$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$\frac{1}{60}\left(S_{29}-S_9\right)$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a series with first differences in AP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AP,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quadratic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cubic; apply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differences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$7,10,13,16$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AP,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quadratic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cubic; apply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n^2$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again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shifted by one place.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AP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after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$S=4+11+21+34+50+\cdots+T_n$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again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$S=4+11+21+34+\cdots+T_{n-1}+T_n$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shifted by one place.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$T_n=4+7+10+13+\cdots$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after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$T_n=4+\frac{n-1}{2}\left[14+(n-2)3\right]=4+\frac12\left(3n^2+5n-8\right)=\frac{3n^2+5n}{2}$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$S_n=\sum T_n=\frac32\sum n^2+\frac52\sum n=\frac32\cdot\frac{n(n+1)(2n+1)}{6}+\frac52\cdot\frac{n(n+1)}{2}$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8555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12832.5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1087.5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13920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427.5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29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13920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13380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$S_{29}=\frac32\cdot8555+\frac52\cdot435=12832.5+1087.5=13920$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$S_9=\frac32\cdot285+\frac52\cdot45=427.5+112.5=540$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$\frac{S_{29}-S_9}{60}=\frac{13920-540}{60}=\frac{13380}{60}=223$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223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subtract using the hockey-stick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$T_n=3\binom{n}{2}+4n$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$S_n=3\binom{n+1}{3}+2n(n+1)$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subtract using the hockey-stick identity.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11820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13380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13380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$T_n=\frac{3n^2+5n}{2}=\frac{3n(n-1)}{2}+4n=3\binom{n}{2}+4n$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$T_4=18+16=34$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$S_n=3\sum_{k=1}^{n}\binom{k}{2}+4\sum_{k=1}^{n}k=3\binom{n+1}{3}+2n(n+1)$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$S_{29}-S_9=3\left[\binom{30}{3}-\binom{10}{3}\right]+2\left[29\cdot30-9\cdot10\right]$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$=3\left[4060-120\right]+2\left[870-90\right]=11820+1560=13380$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$\frac{13380}{60}=223$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223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AP,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cubic; fit it with finite differences or 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29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(twenty terms), a block-sum often asked instead of a plain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against given terms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summing.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$a_{n+1}-a_n$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AP,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cubic; fit it with finite differences or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$a_n=a_1+d_1\binom{n-1}{1}+\Delta d\binom{n-1}{2}$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$S_{29}-S_9=T_{10}+T_{11}+\cdots+T_{29}$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(twenty terms), a block-sum often asked instead of a plain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$T_n=\frac{n(3n+5)}{2}$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against given terms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$n=1,2,3,4,5$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$4,11,21,34,50$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before summing.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arithmetic progression,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mean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mean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10051.50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10049.50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10101.50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10100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$x_1,x_2,\ldots,x_{100}$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arithmetic progression,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their mean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$y_i=i\left(x_i-i\right),\ 1\le i\le100$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$y_1,y_2,\ldots,y_{100}$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$10051.50$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$10049.50$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$10101.50$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$10100$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 and mean of a sequence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fixes the sum,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fixes the sum, hence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$y_i=3i^2-2i$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19800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$2+(2+d)+\cdots+(2+99d)=20000$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$200+\frac{99}{2}\times100\,d=20000$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$4950d=19800$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$99d=396$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$x_i=2+4(i-1)=4i-2$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$y_i=i(x_i-i)=i\left(2+(i-1)4-i\right)=3i^2-2i$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99.5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10049.5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$y_1+\cdots+y_{100}=\sum_{i=1}^{100}\left(3i^2-2i\right)=\frac{3\cdot100\cdot101\cdot201}{6}-100\cdot101$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$=10100\left(\frac{201}{2}-1\right)=10100\cdot\frac{199}{2}$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$=\frac{10100\times99.5}{100}=10049.5$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10049.50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middle-term property of an AP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(mean of squares) = (mean)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+ variance for the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middle-term property of an AP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(mean of squares) = (mean)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+ variance for the mean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$3i^2-2i$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an AP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acc>
                      <m:accPr>
                        <m:chr m:val="‾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acc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an 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$\frac{x_1+x_{100}}{2}=200$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$x_{100}=398$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$d=\frac{398-2}{99}=4$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$y_i=3i^2-2i$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$i=1,\ldots,100$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$\bar{i}=50.5$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variance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$\frac{100^2-1}{12}=833.25$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mean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50.5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2550.25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833.25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3383.5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same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3383.5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10150.5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10049.5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$50.5^2+833.25=2550.25+833.25=3383.5$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same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$\frac{101\cdot201}{6}$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$3(3383.5)-2(50.5)=10150.5-101=10049.5$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10049.50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equally spaced values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of squares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an AP equals the average of its first and last terms (and of any pair equidistant from the ends).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mean of a quadratic in the index is found from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e>
                    </m:ba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ba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full summation is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equally spaced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$\frac{n+1}{2}$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variance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$\frac{n^2-1}{12}$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mean of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$\frac{(n+1)(2n+1)}{6}$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$\frac{4\cdot7}{6}$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mean of an AP equals the average of its first and last terms (and of any pair equidistant from the ends).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mean of a quadratic in the index is found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$\overline{i}$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$\overline{i^2}$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full summation is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positive real numbers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maximum value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positive real numbers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$a+b+c+d=11$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maximum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$a^5b^3c^2d$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$3750\beta$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Weighted AM-GM inequality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 parts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parts have a fixed sum, then apply AM-GM.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$5,3,2$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 parts so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parts have a fixed sum, then apply AM-GM.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maximise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AM-GM: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$a+b+c+d=11$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$a,b,c,d&gt;0$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maximise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$a^5b^3c^2d$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a5,\frac a5,\frac a5,\frac a5,\frac a5,\frac b3,\frac b3,\frac b3,\frac c2,\frac c2,d$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AM-GM: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$\frac{5\cdot\frac a5+3\cdot\frac b3+2\cdot\frac c2+d}{11}\ge\left(\frac{a^5b^3c^2d}{5^5\cdot3^3\cdot2^2\cdot1}\right)^{1/11}$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$\frac{a+b+c+d}{11}=\frac{11}{11}=1$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$1\ge\left(\frac{a^5b^3c^2d}{5^5\cdot3^3\cdot2^2}\right)^{1/11}$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337500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$a^5b^3c^2d\le5^5\cdot3^3\cdot2^2$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$a=5,b=3,c=2,d=1$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$\max\left(a^5b^3c^2d\right)=5^5\cdot3^3\cdot2^2=337500=90\times3750$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Maximise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under the constraint by Lagrange multipliers (concavity gives the global maximum).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Maximise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$5\ln a+3\ln b+2\ln c+\ln 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under the constraint by Lagrange multipliers (concavity gives the global maximum).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the partial derivatives to zero: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constraint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$F=5\ln a+3\ln b+2\ln c+\ln d-\lambda(a+b+c+d-11)$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the partial derivatives to zero: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$\frac5a=\frac3b=\frac2c=\frac1d=\lambda$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$a=\frac5\lambda,b=\frac3\lambda,c=\frac2\lambda,d=\frac1\lambda$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constraint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$\frac{11}{\lambda}=11$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$(a,b,c,d)=(5,3,2,1)$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objective is a sum of concave functions on a convex set, so this stationary point is the global maximum.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337500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objective is a sum of concave functions on a convex set, so this stationary point is the global maximum.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$=5^5\cdot3^3\cdot2^2\cdot1=3125\cdot27\cdot4=337500=3750\times90$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weights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maximal when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equal: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max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∏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𝑝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b>
                                </m:s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𝑆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den>
                            </m:f>
                          </m:e>
                        </m:d>
                      </m:e>
                      <m:sup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maximum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that equality is attainable (all weighted parts equal) and all variables are positive.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$x_1+\cdots+x_k=S$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weights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$p_i&gt;0$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 x_i^{p_i}$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maximal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$\frac{x_i}{p_i}$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equal: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$x_i=\frac{p_iS}{\sum 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max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 x_i^{p_i}$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x_i=S$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$\prod\left(\frac{p_iS}{P}\right)^{p_i}$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$P=\sum p_i$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$P=S=11$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maximum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$5^5\cdot3^3\cdot2^2\cdot1^1$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check that equality is attainable (all weighted parts equal) and all variables are positive.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⟨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⟩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sequence such that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 numbers,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$\langle a_n\rangle$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sequence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$a_1+a_2+\cdots+a_n=\frac{n^2+3n}{(n+1)(n+2)}$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$28\sum_{k=1}^{10}\frac{1}{a_k}=p_1p_2p_3\cdots p_m$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$p_1,p_2,\ldots,p_m$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 numbers,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terms of a sequence from its partial sum, Telescoping series, Prime numbers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telescopes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$a_n=S_n-S_{n-1}$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$\frac{1}{a_k}\propto k(k+1)(k+2)$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telescopes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$k(k+1)(k+2)(k+3)$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$a_n=\frac{n^2+3n}{(n+1)(n+2)}-\frac{(n-1)^2+3(n-1)}{n(n+1)}$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$a_n=\frac{n^3+3n^2-(n+2)(n^2+n-2)}{n(n+1)(n+2)}$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$a_n=\frac{4}{n(n+1)(n+2)}$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$n^3+3n^2-(n^3+3n^2-4)=4$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$\sum_{k=1}^{10}\frac1{a_k}=\frac14\sum_{k=1}^{10}k(k+1)(k+2)$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telescopes: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product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$=\frac1{16}\sum_{k=1}^{10}\left[k(k+1)(k+2)(k+3)-(k-1)k(k+1)(k+2)\right]$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telescopes: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$=\frac1{16}(10\cdot11\cdot12\cdot13)$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$28\sum\frac1{a_k}=\frac{28}{16}\cdot2\cdot5\cdot11\cdot3\cdot4\cdot13=2\cdot3\cdot5\cdot7\cdot11\cdot13=30030$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product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(hockey-stick) for the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$S_n=1-\frac{2}{(n+1)(n+2)}$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k(k+1)(k+2)=6\binom{n+3}{4}$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(hockey-stick) for the sum.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$S_n=\frac{n^2+3n}{(n+1)(n+2)}=1-\frac{2}{(n+1)(n+2)}$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$(n+1)(n+2)-2=n^2+3n$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$a_n=S_n-S_{n-1}=\frac{2}{n(n+1)}-\frac{2}{(n+1)(n+2)}=\frac{2\left[(n+2)-n\right]}{n(n+1)(n+2)}=\frac{4}{n(n+1)(n+2)}$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1072.5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1072.5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$k(k+1)(k+2)=6\binom{k+2}{3}$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$\sum_{k=1}^{10}\frac1{a_k}=\frac64\sum_{k=1}^{10}\binom{k+2}{3}=\frac32\binom{13}{4}=\frac32\cdot715=1072.5$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$28\times1072.5=30030=2\cdot3\cdot5\cdot7\cdot11\cdot13$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that the formula also holds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primes' product (primorial):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30030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to read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$a_n=S_n-S_{n-1}$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$a_1=S_1$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 that the formula also holds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$S_1=\frac46=\frac{4}{1\cdot2\cdot3}$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$k(k+1)(k+2)=\frac{k(k+1)(k+2)(k+3)-(k-1)k(k+1)(k+2)}{4}$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$\sum_{k=1}^{n}k(k+1)(k+2)=\frac{n(n+1)(n+2)(n+3)}{4}$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$6+24=30=\frac{2\cdot3\cdot4\cdot5}{4}$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primes' product (primorial):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$2,6,30,210,2310,30030$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to read off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be the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A.P.s whose first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differences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7380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7360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7220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$s_1,s_2,s_3,\ldots,s_{10}$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be the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A.P.s whose first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$1,2,3,\ldots,10$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common differences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$1,3,5,\ldots,19$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$\sum_{i=1}^{10}s_i$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$7380$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$7360$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$7220$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terms of arithmetic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AP has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sum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AP has first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$2r-1$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$S_n=\frac n2[2a+(n-1)d]$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sum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AP has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r\le10$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AP has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$S_r=\frac{12}{2}\left[2r+(12-1)(2r-1)\right]=6\left(2r+22r-11\right)$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$S_r=6(24r-11)$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AP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last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$\sum_{r=1}^{10}S_r=6\sum_{r=1}^{10}(24r-11)$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AP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$=6\times\frac{10}{2}\left[24-11+240-11\right]$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$=30\times242=7260$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7260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 position by position: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term of all ten APs, summed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Add position by position: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$j$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 term of all ten APs, summed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$j=0,\ldots,11$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(counting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first)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(counting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first)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$i+j(2i-1)$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$j=0,\ldots,11$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$i=1,\ldots,10$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i+j\sum(2i-1)=55+100j$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$=\sum_{j=0}^{11}(55+100j)=12\cdot55+100\cdot\frac{11\cdot12}{2}=660+6600$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$=7260$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7260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(mean of first and last term).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odd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many APs term-by-term (by position) often replaces a double sum by two single sums.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 n2[2a+(n-1)d]=n\times$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(mean of first and last term).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$1,\ldots,12$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$78=6\cdot13=6(24-11)$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odd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$1,3,\ldots,2n-1$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$\sum_{i=1}^{10}(2i-1)=100$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Summing many APs term-by-term (by position) often replaces a double sum by two single sums.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G.P. of increasing positive numbers. Let the sum of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product of 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rd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terms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G.P. of increasing positive numbers. Let the sum of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product of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$6(a_2+a_4)(a_4+a_6)$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express everything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$a_3a_5=a_4^2$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$a_6+a_8=r^2(a_4+a_6)$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express everything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$ar^3$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$a_6+a_8=2\Rightarrow ar^5+ar^7=2$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$a_3a_5=\frac19\Rightarrow a^2r^2\cdot r^4=\frac19\Rightarrow ar^3=\frac13$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$ar^3=\frac13$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$ar^3\left(r^2+r^4\right)=2$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$\frac{r^2}{3}+\frac{r^4}{3}=2$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$r^4+r^2=6\Rightarrow(r^2+3)(r^2-2)=0$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factor is positive,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makes the GP increasing).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other factor is positive,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makes the GP increasing).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$ar^3=\frac13$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$ar\cdot2=\frac13$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$6(a_2+a_4)(a_4+a_6)=6(ar+ar^3)(ar^3+ar^5)=6\left(\frac16+\frac13\right)\left(\frac13+\frac23\right)$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$=6\cdot\frac12\cdot1=3$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middle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scale the pairs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middle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$a_3a_5=a_4^2$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scale the pairs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are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$a_3a_5=a_4^2=\frac19$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are 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$a_6=a_4r^2=\frac{r^2}{3}$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$a_8=a_4r^4=\frac{r^4}{3}$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$a_6+a_8=2$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$r^4+r^2=6$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$a_4+a_6=\frac13+\frac23=1$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$a_2+a_4=\frac{a_4}{r^2}+a_4=\frac16+\frac13=\frac12$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$6(a_2+a_4)(a_4+a_6)=6\cdot\frac12\cdot1=3$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a pair of terms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places multiplies its sum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Increasing positive GP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to discard negative or sub-unit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$a_{m-k}\,a_{m+k}=a_m^2$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$a_3a_5=a_4^2$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$a_3a_5=4\cdot16=64=a_4^2=8^2$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Shifting a pair of terms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places multiplies its sum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$a_6+a_8=r^4(a_2+a_4)$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$a_4+a_6=r^2(a_2+a_4)$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Increasing positive GP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$a&gt;0,\ 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to discard negative or sub-unit roots.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arithmetic means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geometric means of two distinct positive numbers.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3776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arithmetic means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$G_1, G_2, G_3$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geometric means of two distinct positive numbers.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$G_1^4+G_2^4+G_3^4+G_1^2G_3^2$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 2023]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$(A_1+A_2)G_1^2G_3^2$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$2(A_1+A_2)G_1G_3$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$(A_1+A_2)^2G_1G_3$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$2(A_1+A_2)G_1^2G_3^2$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means between two numbers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all means in terms of the two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sum collapses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all means in terms of the two numbers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sum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$ab(a+b)^2$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two numbers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two numbers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$A_1=a+\frac{b-a}{3}=\frac{2a+b}{3}$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$A_2=a+\frac{b-a}{3}\cdot2=\frac{a+2b}{3}$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same expression.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required value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$G_1=a\left(\frac ba\right)^{1/4}$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$G_2=a\left(\frac ba\right)^{2/4}$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$G_3=a\left(\frac ba\right)^{3/4}$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$G_1^4+G_2^4+G_3^4+G_1^2G_3^2 = a^4\frac ba+a^4\frac{b^2}{a^2}+a^4\frac{b^3}{a^3}+a^4\frac{b^2}{a^2}$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$=ba^3+b^2a^2+b^3a+a^2b^2$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$=ab(a^2+b^2+2ab)=ab(a+b)^2$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$(A_1+A_2)^2\cdot G_1G_3=(a+b)^2\cdot 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same expression.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required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$(A_1+A_2)^2G_1G_3$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$(A_1+A_2)^2G_1G_3$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 on a special pair of numbers,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all means are integers (a rigorous elimination).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options on a special pair of numbers,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all means are integers (a rigorous elimination).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common ratio of the geometric means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Arithmetic means: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Target value: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$a=1,\ b=16$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common ratio of the geometric means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$(16)^{1/4}=2$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$G_1=2,\ G_2=4,\ G_3=8$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Arithmetic means: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$A_1=1+5=6$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$A_2=1+10=11$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$A_1+A_2=17$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Target value: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$2^4+4^4+8^4+2^2\cdot8^2=16+256+4096+256=4624$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none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matches exactly.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options fail, so (C) is the answer. (This agrees with the identity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obtained algebraically.)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$17\cdot4\cdot64=4352$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$2\cdot17\cdot16=544$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$2\cdot17\cdot4\cdot64=8704$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none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$4624$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$17^2\cdot2\cdot8=289\cdot16=4624$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matches exactly.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options fail, so (C) is the answer. (This agrees with the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$ab(a+b)^2$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obtained algebraically.)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$(A_1+A_2)^2G_1G_3$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arithmetic means have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equidistant from the ends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geometric means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Common-ratio parametrisation: 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every expression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a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identities reduce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factorisations.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identity is asked among options, picking numbers with a perfect-power ratio (like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a quick elimination safe.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arithmetic means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$A_1+A_n=a+b$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(terms equidistant from the ends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$A_1+A_2=a+b$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$6+11=17$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geometric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$G_1,\ldots,G_n$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$G_k=a\,r^k$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$r=(b/a)^{1/(n+1)}$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$G_kG_{n+1-k}=ab$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$G_1G_3=2\cdot8=16=ab$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Common-ratio parametrisation: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$r^4=b/a$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every expression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identities reduce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$(1+r^4)^2$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factorisations.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identity is asked among options, picking numbers with a perfect-power ratio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$b/a=16$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a quick elimination safe.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Q35 – Q42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$(20)^{19}+2(21)(20)^{18}+3(21)^2(20)^{17}+\ldots+20(21)^{19}=k(20)^{19}$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Arithmetico-geometric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an arithmetico-geometric series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$20^{19}$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an arithmetico-geometric series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$r=\frac{21}{20}$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$k=1+2\left(\frac{21}{20}\right)+3\left(\frac{21}{20}\right)^2+\cdots+20\left(\frac{21}{20}\right)^{19}$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$r=\frac{21}{20}$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$k=1+2r+3r^2+4r^3+\cdots+20r^{19}$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$kr=r+2r^2+3r^3+\cdots+20r^{20}$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(1)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$(1-r)k=1+r+r^2+\cdots+r^{19}-20r^{20}$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GP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20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$1-r=-\frac1{20}$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GP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$\frac{r^{20}-1}{r-1}$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$-\frac1{20}k=\frac{r^{20}-1}{r-1}-20r^{20}$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$r-1=\frac1{20}$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$-\frac1{20}k=20\left[\left(\frac{21}{20}\right)^{20}-1\right]-20\left(\frac{21}{20}\right)^{20}$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$-\frac1{20}k=20\left(\frac{21}{20}\right)^{20}-20-20\left(\frac{21}{20}\right)^{20}=-20$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400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the left side as the derivative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the left side as the derivative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$\frac{x^{21}-y^{21}}{x-y}$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$x=21,\ y=20$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$x-y=1$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is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Differentiating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exactly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$\sum_{m=1}^{20}m\,x^{m-1}y^{20-m}$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$x=21,\ y=20$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$20x^{19}$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$F(x)=\sum_{m=0}^{20}x^my^{20-m}=\frac{x^{21}-y^{21}}{x-y}$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Differentiating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$\sum_{m=1}^{20}m\,x^{m-1}y^{20-m}=F'(x)$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$F'(x)=\frac{21x^{20}(x-y)-(x^{21}-y^{21})}{(x-y)^2}$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sum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$x=21,\ y=20$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$F'=21\cdot21^{20}-21^{21}+20^{21}=20^{21}$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sum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$20^{21}=k\cdot20^{19}$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$k=20^2=400$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400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 part vanishes and the sum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is why the sum here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AGP recipe: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 AP,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GP plus end terms;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quadratic, subtract twice.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finite AGP needs no convergence condition,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allowed; an infinite one needs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$\sum_{m=1}^{n}m\,x^{m-1}y^{n-m}=(n+1)x^n-x^{n+1}+y^{n+1}=x^n(n-y)+y^{n+1}$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$n=3,x=3,y=2$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direct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$4+12+27=43$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$4\cdot27-81+16=43$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 part vanishes and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$y^{n+1}$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is why the sum here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$20^{21}$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$n=y=20$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AGP recipe: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 a_n r^{n}$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GP plus end terms;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quadratic, subtract twice.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finite AGP needs no convergence condition,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$r=\frac{21}{20}$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allowed; an infinite one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real numbers such that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arithmetic progression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 geometric progression.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$0&lt;z&lt;y&lt;x$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three real numbers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$\frac1x,\frac1y,\frac1z$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arithmetic progression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$x,\sqrt2y,z$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 geometric progression.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$xy+yz+zx=\frac{3}{\sqrt2}xyz$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$3(x+y+z)^2$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progressions (reciprocals in AP)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the given relation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combined with the AP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Dividing the given relation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$xyz$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$\frac1x+\frac1y+\frac1z$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combined with the AP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given,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 condition: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 and (iii):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....(iv)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....(v)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given,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$\frac2y=\frac1x+\frac1z$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 condition: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$(\sqrt2y)^2=xz$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$2y^2=xz$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$xy+yz+zx=\frac3{\sqrt2}xyz$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$\frac1x+\frac1y+\frac1z=\frac3{\sqrt2}$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 and (iii):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$\frac3y=\frac3{\sqrt2}$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....(iv)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$xz=2y^2=4$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....(v)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(Such numbers exist: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$\frac{x+z}{xz}=\frac2y$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$x+z=\frac{2xz}{y}=\frac8{\sqrt2}=4\sqrt2$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$x+y+z=\sqrt2+4\sqrt2=5\sqrt2$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$3(x+y+z)^2=3\left(\sqrt2+4\sqrt2\right)^2=3\cdot50=150$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(Such numbers exist: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$x,z=2\sqrt2\pm2$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$z&lt;y&lt;x$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GP by its common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AP condition then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GP by its common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$x=\frac{\sqrt2y}{\rho}$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$z=\sqrt2y\rho$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AP condition then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$x+z=4y$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common ratio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AP condition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common ratio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$x,\sqrt2y,z$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$x=\frac{\sqrt2y}{\rho},\ z=\sqrt2y\rho$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$\frac1x+\frac1z=\frac{\rho}{\sqrt2y}+\frac1{\sqrt2y\rho}=\frac{\rho+1/\rho}{\sqrt2y}$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AP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$\frac1x+\frac1z=\frac2y$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$\rho+\frac1\rho=2\sqrt2$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$x+z=\sqrt2y\left(\frac1\rho+\rho\right)=\sqrt2y\cdot2\sqrt2=4y$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$x+y+z=5y$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$xy+yz+zx=\frac3{\sqrt2}xyz$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$\frac1x+\frac1y+\frac1z=\frac3{\sqrt2}$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$\frac1x+\frac1z=\frac2y$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$\frac3y=\frac3{\sqrt2}$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$x+y+z=5\sqrt2$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$3(x+y+z)^2=3\cdot50=150$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AP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harmonic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a symmetric relation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it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reciprocals in AP this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GP: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they can be written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the middle term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confirm the real numbers satisfy the order/positivity 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$\frac1x,\frac1y,\frac1z$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AP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harmonic mean: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$y=\frac{2xz}{x+z}$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$x=6,z=3$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$\frac16,\frac14,\frac13$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a symmetric relation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$xy+yz+zx=c\,xyz$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$xyz$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it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$\frac1x+\frac1y+\frac1z=c$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reciprocals in AP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$q^2=pr$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they can be written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qt,q,qt$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the middle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confirm the real numbers satisfy the order/positivity 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$t^2-4\sqrt2t+4=0$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$2\sqrt2\pm2&gt;0$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all those terms, of the arithmetic progression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are not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all those terms, of the arithmetic progression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 8, 13, \ldots, 373$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are not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Subtract the sum of the terms divisible by 3, which themselves form an AP with common difference 15.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3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divisible by 3.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(25 terms).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$T_n=3+5(n-1)=5n-2$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divisible by 3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$n=1,4,7,\ldots$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$T_1,T_4,T_7,\ldots$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divisible by 3.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$3,18,33,48,\ldots,363$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(25 terms).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terms divisible by 3: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number of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of all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terms divisible by 3: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$\frac{25}2(3+363)=25\cdot183=4575$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number of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$5n-2=373$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of all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$\frac{75}2(3+373)=75\cdot188=14100$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Required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$=14100-4575=9525$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9525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Sum the surviving terms directly: they are two interleaved APs,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each with 25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Sum the surviving terms directly: they are two interleaved APs,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$T_{3j+2}$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$T_{3j+3}$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each with 25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not divisible by 3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each pair: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not divisible by 3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$n\equiv2$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$0\pmod 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$n=3j+2$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$n=3j+3$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$j=0,1,\ldots,24$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$T_{3j+2}=5(3j+2)-2=15j+8$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$T_{3j+3}=15j+13$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each pair: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$(15j+8)+(15j+13)=30j+21$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$\sum_{j=0}^{24}(30j+21)=30\cdot\frac{24\cdot25}2+21\cdot25=9000+525$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$9525$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9525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an 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common difference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gcd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non-multiples =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of multiples; both are AP sums, so no counting trouble if the number of terms is found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one term in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terms is divisible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among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of an 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$a+(n-1)d$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$\frac{m\,d}{\gcd(m,d)}$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$\frac{3\cdot5}1=15$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$3,18,33$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non-multiples =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of multiples; both are AP sums, so no counting trouble if the number of terms is found first.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$\gcd(m,d)=1$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exactly one term in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terms is divisible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among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$T_1..T_3=3,8,13$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$\frac{l-a}{d}+1=\frac{373-3}5+1=75$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arithmetico-geometric progression. If the common ratio of the corresponding geometric progression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arithmetico-geometric progression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Suppose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 a_2, 2, a_3, 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arithmetico-geometric progression. If the common ratio of the corresponding geometric progression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of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arithmetico-geometric progression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Arithmetico-geometric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terms as (AP term)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(GP term) centred on the middle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sum becomes a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terms as (AP term)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(GP term) centred on the middle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sum becomes a linear equation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AP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GP part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 2, centred on the middle term).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five terms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middle term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five terms: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grouping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-parts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AP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$a-2d,\ a-d,\ a,\ a+d,\ a+2d$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GP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$\frac14,\frac12,1,2,4$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 2, centred on the middle term).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five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$\frac{a-2d}4,\ \frac{a-d}2,\ a,\ 2(a+d),\ 4(a+2d)$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middle term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five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$\left(\frac14+\frac12+1+6\right)\times2+(-1+2+8)d=\frac{49}2$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grouping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-parts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-parts.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fifth term (called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$2\left(\frac34+7\right)+9d=\frac{49}2$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$\frac{31}2+9d=\frac{49}2$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$9d=\frac{49}2-\frac{62}4=\frac{98-62}4=9$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fifth term (called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$4(a+2d)=4(2+2)=16$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$0,\frac12,2,6,16$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Sum the AGP by the multiply-by-ratio-and-subtract trick, which leaves a GP plus end terms.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(shifting the index by one).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e>
                    </m:nary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$t_j=2^j(2+jd)$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$j=-2,\ldots,2$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$t_0=2$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$S=\sum_{j=-2}^{2}t_j$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$2S=\sum_{j=-1}^{3}2^{j}(2+(j-1)d)$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(shifting the index by one).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$2S-S=2^3(2+2d)-2^{-2}(2-2d)+\sum_{j=-1}^{2}2^j\bigl[(2+(j-1)d)-(2+jd)\bigr]$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last term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$\sum_{j=-1}^{2}2^j=\frac12+1+2+4=\frac{15}2$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$S=16+16d-\frac12+\frac d2-\frac{15}2d=\frac{31}2+9d$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$S=\frac{49}2$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last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$2^2(2+2)=16$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progression with terms (AP term) times (GP term) is an arithmetico-geometric progression: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Choosing the middle term as origin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found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formula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 the question's labels: here the 5 terms are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last (fifth)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weights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progression with terms (AP term) times (GP term) is an arithmetico-geometric progression: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$t_n=(A+(n-1)d)\,r^{n-1}$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Choosing the middle term as origin keeps numbers small.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$t_k=(A+(k-1)d)r^{k-1}$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$S_n=\frac{A-(A+(n-1)d)r^n}{1-r}+\frac{dr(1-r^{n-1})}{(1-r)^2}$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found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$S-rS$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$A=d=1,r=2,n=3$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$1+4+12=17$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formula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$23-6=17$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 the question's labels: here the 5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$a_1,a_2,2,a_3,a_4$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last (fifth)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weights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$\frac14+\frac12+1+2+4=\frac{31}4$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j\,2^j$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$j=-2..2$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multiplies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107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107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108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54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$S=109+\frac{108}5+\frac{107}{5^2}+\ldots+\frac2{5^{107}}+\frac1{5^{108}}$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$\left(16S-(25)^{-54}\right)$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Arithmetico-geometric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subtract: the coefficients decrease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 plain GP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subtract: the coefficients decrease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 plain GP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107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107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108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108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108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109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a GP of 109 terms: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$S=109+\frac{108}5+\frac{107}{5^2}+\cdots+\frac2{5^{107}}+\frac1{5^{108}}$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S5=\frac{109}5+\frac{108}{5^2}+\cdots+\frac2{5^{108}}+\frac1{5^{109}}$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$-\frac{4S}5=-109+\left(\frac15+\frac1{5^2}+\cdots+\frac1{5^{108}}+\frac1{5^{109}}\right)$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a GP of 109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$-\frac{4S}5=-109+\frac15\cdot\frac{1-(1/5)^{109}}{1-\frac15}$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109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109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109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108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$-\frac{4S}5=-109+\frac14\left(1-\frac1{5^{109}}\right)$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$\frac{4S}5=109-\frac14\left(1-\frac1{5^{109}}\right)$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$16S=20\cdot\frac{4S}5=20\cdot109-5\left(1-\frac1{5^{109}}\right)=2175+\frac1{5^{108}}$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$25^{-54}=5^{-108}$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$16S-25^{-54}=2175$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2175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each coefficient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sum of ones to get a double sum of GP partial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Rewrite each coefficient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$109-k$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sum of ones to get a double sum of GP partial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Swap the order: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nary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Inner GP: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$S=\sum_{k=0}^{108}\frac{109-k}{5^k}$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$109-k=\sum_{i=k}^{108}1$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Swap the order: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$S=\sum_{i=0}^{108}\sum_{k=0}^{i}5^{-k}$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Inner GP: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$\sum_{k=0}^{i}5^{-k}=\frac54\left(1-5^{-(i+1)}\right)$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108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</m:e>
                        </m:nary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109</m:t>
                                </m:r>
                              </m:sup>
                            </m:sSup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$S=\frac54\left[109-\sum_{i=0}^{108}5^{-(i+1)}\right]=\frac54\left[109-\frac14\left(1-5^{-109}\right)\right]$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$16S=20\cdot109-5\left(1-5^{-109}\right)=2175+5^{-108}$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$25^{-54}=5^{-108}$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2175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formula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0.875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Coefficients in AP times a GP: multiply by the ratio and subtract; the successive differences of coefficients are constant, so a GP is left (plus the two end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extra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question is exactly the leftover term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cancels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cue to the form of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 careful with the number of GP terms after subtracting: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$\sum_{k=0}^{n-1}(n-k)x^k=\sum_{i=0}^{n-1}\frac{1-x^{i+1}}{1-x}=\frac{1}{1-x}\left[n-\frac{x(1-x^n)}{1-x}\right]$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$n=3,x=\frac12$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$3+1+\frac14=4.25$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formula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$\frac{3-0.875}{0.5}=4.25$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Coefficients in AP times a GP: multiply by the ratio and subtract; the successive differences of coefficients are constant, so a GP is left (plus the two end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extra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$25^{-54}$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question is exactly the leftover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$5^{-108}$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that cancels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$16S-25^{-54}$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- cue to the form of the answer.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 careful with the number of GP terms after subtracting: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$\frac1{5},\ldots,\frac1{5^{109}}$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sum of the series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the sum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$1+\frac4k+\frac8{k^2}+\frac{13}{k^3}+\frac{19}{k^4}+\ldots$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an infinite series by the method of differences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numerators have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(an AP); 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 twice to reach a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numerators have differences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$3,4,5,6,\ldots$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(an AP); 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 twice to reach a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$10=1+\frac4k+\frac8{k^2}+\frac{13}{k^3}+\frac{19}{k^4}+\cdots$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$9=\frac4k+\frac8{k^2}+\frac{13}{k^3}+\frac{19}{k^4}+\cdots$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$\frac9k=\frac4{k^2}+\frac8{k^3}+\frac{13}{k^4}+\cdots$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$S=9\left(1-\frac1k\right)=\frac4k+\frac4{k^2}+\frac5{k^3}+\frac6{k^4}+\cdots$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Sk=\frac4{k^2}+\frac4{k^3}+\frac5{k^4}+\cdots$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cancels).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the GP: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factorises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quadratic has negative discriminant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$\left(1-\frac1k\right)S=\frac4k+\frac1{k^3}+\frac1{k^4}+\frac1{k^5}+\cdots$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cancels).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the GP: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$9\left(1-\frac1k\right)^2=\frac4k+\frac{1/k^3}{1-\frac1k}$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$k^2(k-1)$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$9(k-1)^3=4k(k-1)+1$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factorises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$(k-2)(9k^2-13k+5)=0$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quadratic has negative discriminant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$169-180&lt;0$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$1+2+2+\frac{13}8+\ldots=10$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term in binomial form,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of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term in binomial form,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$\binom{n+2}{2}+\binom{n+1}{1}-1$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$\sum\binom{n+r}{r}x^n=(1-x)^{-(r+1)}$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second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(from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$1,4,8,13,19$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second differences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(from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$c_n=\frac{n^2+5n+2}2$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$\binom{n+2}2=\frac{n^2+3n+2}2$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$c_n-\binom{n+2}2=n=\binom{n+1}1-1$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$c_n=\binom{n+2}2+\binom{n+1}1-1$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$10+4-1=13$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$u=\frac1{1-x}$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c_nx^n=\frac1{(1-x)^3}+\frac1{(1-x)^2}-\frac1{1-x}=u^3+u^2-u$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 real root,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a natural number).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$u^3+u^2-u=10$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$(u-2)(u^2+3u+5)=0$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$u^2+3u+5$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no real root,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$\frac1{1-x}=2$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a natural number).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numerators of a series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differences,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degree-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polynomial and the sum is rational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second differences constant 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Repeated 'multiply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subtract' reduces the degree of the coefficient polynomial by one each time; the difference table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signals two subtractions.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sum is decreasing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:10,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:4.125), at most one natural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fits;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diverges.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numerators of a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c_nx^n$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differences,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degree-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polynomial and the sum is rational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$(1-x)^{m+1}$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second differences constant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$\Rightarrow(1-x)^{-3}$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$\sum_{n\ge0}\binom{n+r}{r}x^n=\frac1{(1-x)^{r+1}}$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$r=2,x=\frac12$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$1+3\cdot\frac12+6\cdot\frac14+10\cdot\frac18+\ldots=8$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Repeated 'multiply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subtract' reduces the degree of the coefficient polynomial by one each time; the difference table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$3,4,5,6$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signals two subtractions.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sum is decreasing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:10,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:4.125), at most one natural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fits;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diverges.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series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$2\cdot2^2-3^2+2\cdot4^2-5^2+2\cdot6^2-\ldots$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squares and sum of natural numbers (series summation)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each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even)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one group becomes alternating squares and the other a sum of squares.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$2e^2$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even)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$e^2+e^2$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one group becomes alternating squares and the other a sum of squares.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20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(10 positive terms, 10 negative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series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first bracket with 20 terms, the second with 10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..., so it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first bracket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20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$2\cdot2^2-3^2+2\cdot4^2-5^2+\cdots+2\cdot20^2-21^2$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(10 positive terms, 10 negative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$=\left(2^2-3^2+4^2-5^2+\cdots-21^2\right)+\left(2^2+4^2+\cdots+20^2\right)$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first bracket with 20 terms, the second with 10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$2^2-3^2=-(2+3)$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$4^2-5^2=-(4+5)$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..., so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$-(2+3+4+\cdots+21)$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$2+3+\cdots+21=\frac{21\cdot22}2-1=230$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first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bracket: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(that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$2^2+4^2+\cdots+20^2=4\left(1^2+2^2+\cdots+10^2\right)$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$=4\times\frac{10\cdot11\cdot21}6=14\times11\times10=1540$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$=1-231+1540=1310$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$-230+1540$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1310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the terms: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pair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sum of odd squares minus a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 the terms: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-th pair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$2(2m)^2-(2m+1)^2=(2m-1)^2-2$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a sum of odd squares minus a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in pairs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sum is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Terms in pairs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$m=1,\ldots,10$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$2(2m)^2-(2m+1)^2=8m^2-4m^2-4m-1=4m^2-4m-1$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$4m^2-4m-1=(2m-1)^2-2$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$\sum_{m=1}^{10}(2m-1)^2-2\cdot10$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squares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squares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$\frac{n(2n-1)(2n+1)}3$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$\frac{10\cdot19\cdot21}3=1330$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$1330-20=1310$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1310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squares sum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alternating squares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collapse to minus the sum of the numbers (as used above).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series with period-2 sign pattern, pair consecutive terms first and count the pairs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the general pair is a polynomial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write out the first 3-4 terms to fix the pattern: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$\sum_{k=1}^{n}k^2=\frac{n(n+1)(2n+1)}6$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 squares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$\frac{n(4n^2-1)}3$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$1+9+25=35=\frac{3\cdot35}3$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$a^2-(a+1)^2=-(2a+1)$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alternating squares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$2^2-3^2+4^2-5^2+\cdots$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collapse to minus the sum of the numbers (as used above).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series with period-2 sign pattern, pair consecutive terms first and count the pairs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$\frac{20}2=10$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the general pair is a polynomial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write out the first 3-4 terms to fix the pattern: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$8,-9,32,-25,\ldots$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sum of the series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70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sum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$\left(\frac12-\frac13\right)+\left(\frac1{2^2}-\frac1{2\cdot3}+\frac1{3^2}\right)+\left(\frac1{2^3}-\frac1{2^2\cdot3}+\frac1{2\cdot3^2}-\frac1{3^3}\right)+\left(\frac1{2^4}-\frac1{2^3\cdot3}+\frac1{2^2\cdot3^2}-\frac1{2\cdot3^3}+\frac1{3^4}\right)+\ldots$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co-prime,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$\alpha+3\beta$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 2023]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57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Infinite geometric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bracket is a GP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multiplying the whole sum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collapses every bracket to two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bracket is a GP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$\frac{-1/3}{1/2}$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multiplying the whole sum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$\frac12+\frac13$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collapses every bracket to two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bracket telescopes: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splits into two infinite GPs: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$P=\left(\frac12-\frac13\right)+\left(\frac1{2^2}-\frac1{2\cdot3}+\frac1{3^2}\right)+\left(\frac1{2^3}-\frac1{2^2\cdot3}+\frac1{2\cdot3^2}-\frac1{3^3}\right)+\cdots$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$\left(\frac12+\frac13\right)$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bracket telescopes: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$P\left(\frac12+\frac13\right)=\left(\frac1{2^2}-\frac1{3^2}\right)+\left(\frac1{2^3}+\frac1{3^3}\right)+\left(\frac1{2^4}-\frac1{3^4}\right)+\cdots$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splits into two infinite GPs: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$\frac{5P}6=\frac{1/4}{1-\frac12}-\frac{1/9}{1+\frac13}$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$\frac{5P}6=\frac12-\frac1{12}=\frac5{12}$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$P=\frac12=\frac\alpha\beta$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$\alpha=1,\ 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$\alpha+3\beta=7$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term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series is the product of two geometric series minus the constant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Every term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$\left(\frac12\right)^a\left(-\frac13\right)^b$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$a+b=n$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series is the product of two geometric series minus the constant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bracket contains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</m:sSup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all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bracket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$\left(\frac12\right)^{n-j}\left(-\frac13\right)^{j}$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$j=0,\ldots,n$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$\frac14,-\frac16,\frac19$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$\left(\frac12\right)^a\left(-\frac13\right)^b$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all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terms are absolutely convergent, so the double sum factorises: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p>
                        </m:sSup>
                      </m:e>
                    </m:nary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Remove 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terms are absolutely convergent, so the double sum factorises: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$\sum_{a,b\ge0}\left(\frac12\right)^a\left(-\frac13\right)^b=\frac1{1-\frac12}\cdot\frac1{1+\frac13}=2\cdot\frac34=\frac32$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Remove 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$P=\frac32-1=\frac12$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$\alpha=1,\beta=2$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$\alpha+3\beta=7$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summing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Grouped terms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'complete homogeneous' sum; multiplying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two end powers.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$\sum_{i+j=n}x^iy^j=\frac{x^{n+1}-y^{n+1}}{x-y}$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summing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$\frac1{(1-x)(1-y)}$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$|x|,|y|&lt;1$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$x=\frac12,y=-\frac13$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$\frac14-\frac16+\frac19=\frac{7}{36}$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$\frac{1/8+1/27}{5/6}=\frac{35/216}{5/6}=\frac7{36}$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Grouped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$x^n+x^{n-1}y+\cdots+y^n$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'complete homogeneous' sum;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two end powers.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$x-y=\frac12+\frac13$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731520" y="1353312"/>
            <a:ext cx="10725912" cy="532180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Series built from all products of two geometric progressions, grouped by total degree, equal the product of the two geometric series (valid under absolute convergence).</a:t>
            </a:r>
            <a:endParaRPr sz="2400">
              <a:solidFill>
                <a:srgbClr val="111827"/>
              </a:solidFill>
            </a:endParaRPr>
          </a:p>
          <a:p>
            <a:pPr algn="l" marL="274320" indent="-274320">
              <a:spcAft>
                <a:spcPts val="600"/>
              </a:spcAft>
              <a:buFont typeface="Arial"/>
              <a:buChar char="•"/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Cue: brackets whose number of terms increases by one each time with powers of two different bases.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Q43 – Q55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common terms in the progressions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up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up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   (B) 9   (C) 8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 of common terms in the progressions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$4,9,14,19,\ldots$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$3,6,9,12,\ldots$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   (B) 9   (C) 8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Common terms of two arithmetic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Common terms form an AP whose difference is the LCM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namely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shorter progression's last term sets the upper bound.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Common terms form an AP whose difference is the LCM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namely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shorter progression's last term sets the upper bound.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progression: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25 terms; last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progression: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37 terms; last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differences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common terms form an AP with common difference equal to the LCM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progression: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$4,9,14,\ldots$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25 terms;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$4+24\cdot5=124$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progression: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$3,6,9,\ldots$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37 terms;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$3\cdot37=111$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common differences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common terms form an AP with common difference equal to the LCM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common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common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common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cannot exceed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smaller last term):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largest allowed multiple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common 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common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common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$9,24,39,\ldots$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common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$9+(n-1)15$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 cannot exceed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smaller last term):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$9+(n-1)15\le111$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$(n-1)15\le102$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$n-1\le6.8$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largest allowed multiple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$(n-1)15=90$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$9,24,39,54,69,84,99$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common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Match indices: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Match indices: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$5m-1=3n$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$m\equiv2\pmod3$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bound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$m\le25$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$n\le37$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progression: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progression: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requires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weaker.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progression: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$5m-1$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$m=1,\ldots,25$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progression: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$n=1,\ldots,37$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$5m-1=3n$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requires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$5m\equiv1\pmod3$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$2m\equiv1$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$m\equiv2\pmod3$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$m=2,5,8,\ldots$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$n=\frac{5m-1}3$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$5m-1\le111$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$m\le22.4$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weaker.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(next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common terms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$m\in\{2,5,8,11,14,17,20\}$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(next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$n=38&gt;37$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common terms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$9,24,\ldots,99$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common difference equal to the LCM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any common term exists.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congruence (or find the first common term by inspection), then count terms up to the smaller of the two last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formula: </a:t>
                </a:r>
                <a14:m>
                  <m:oMath xmlns:m="http://schemas.openxmlformats.org/officeDocument/2006/math">
                    <m:d>
                      <m:dPr>
                        <m:begChr m:val="⌊"/>
                        <m:sepChr m:val=""/>
                        <m:endChr m:val="⌋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𝐿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LCM of the differences)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⌊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⌋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Beware: the range is bounded by BOTH progressions; the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lies in the first progression but beyond the second.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$a_1+(i-1)d_1$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$a_2+(j-1)d_2$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AP with common difference equal to the LCM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any common term exists.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$a_1+(i-1)d_1=a_2+(j-1)d_2$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a congruence (or find the first common term by inspection), then count terms up to the smaller of the two last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$\left\lfloor\frac{L-c_1}{\ell}\right\rfloor+1$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$\ell$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LCM of the differences)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$L=111$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$\lfloor\frac{102}{15}\rfloor+1=7$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Beware: the range is bounded by BOTH progressions; the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lies in the first progression but beyond the second.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from the end of the progression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from the end of the progression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$20,19\frac14,18\frac12,17\frac34,\ldots,-129\frac14$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Reverse the progression: counting from the end is counting from the first term of the reversed AP,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opposite sign.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Reverse the progression: counting from the end is counting from the first term of the reversed AP,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opposite sign.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Reading from the end, the progression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from the end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Reading from the end, the progression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$-129\frac14,\ \ldots,\ 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$T_1=-129\frac14$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from the end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$T_{20}=T_1+19d$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$T_{20}=-129\frac14+19\cdot\frac34$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$=-\frac{517}4+\frac{57}4=\frac{-460}4=-115$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$-115$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the total number of terms,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original progression (the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end).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Count the total number of terms,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$n=200$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$T_{n-19}$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the original progression (the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$20^{th}$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end).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progression: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last term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from the end is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Original progression: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$-129\frac14=-\frac{517}4$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$20+(n-1)\left(-\frac34\right)=-\frac{517}4\Rightarrow(n-1)\frac34=\frac{597}4\Rightarrow n-1=199$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from the end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$(200-20+1)=181^{st}$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$T_{181}=20+180\left(-\frac34\right)=20-135=-115$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answer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115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$-115$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from the end of a finite AP with last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term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end the progression is again an AP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129.25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0.75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Mixed numbers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should be converted to fractions first: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from the end of a finite AP with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$l-(m-1)d$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equivalently term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$n-m+1$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end the progression is again an AP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of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$n=\frac{l-a}d+1$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$\frac{-129.25-20}{-0.75}+1=200$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Mixed numbers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should be converted to fractions first: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$-129\frac14=-\frac{517}4$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in a G.P.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the sum of all the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sum of the odd terms of the G.P., then the common ratio of the G.P.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   (B) 6   (C) 4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in a G.P.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the sum of all the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sum of the odd terms of the G.P., then the common ratio of the G.P.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7   (B) 6   (C) 4   (D) 5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sum into odd-placed and even-placed terms: the even-placed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odd-placed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sum into odd-placed and even-placed terms: the even-placed terms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odd-placed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terms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odd-placed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(32 terms, ratio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64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of the 32 odd-placed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terms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$a+ar+ar^2+\cdots+ar^{63}$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odd-placed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$a,ar^2,ar^4,\ldots,ar^{62}$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(32 terms,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$a+ar+ar^2+\cdots+ar^{63}=7\left(a+ar^2+ar^4+\cdots+ar^{62}\right)$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all 64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$\frac{a(1-r^{64})}{1-r}$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 of the 32 odd-placed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$\frac{a(1-r^{64})}{1-r^2}$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(non-zero,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clearly fails) to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$\frac{a(1-r^{64})}{1-r}=\frac{7a(1-r^{64})}{1-r^2}$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$a(1-r^{64})$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(non-zero,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clearly fails)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$\frac{1}{1-r}=\frac{7}{(1-r)(1+r)}$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Even-placed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odd-placed terms,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Even-placed terms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the odd-placed terms,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$S_{all}=S_{odd}(1+r)$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immediately.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 every odd-placed term with the next term: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followed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 every odd-placed term with the next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followed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$ar^{2k+1}=r\cdot ar^{2k}$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$S_{even}=r\,S_{odd}$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$S_{all}=S_{odd}+S_{even}=(1+r)S_{odd}$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$S_{all}=7S_{odd}$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$(1+r)S_{odd}=7S_{odd}$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(every bracket term is positive), so we may cancel it and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$S_{odd}=a(1+r^2+\cdots+r^{62})\neq0$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(every bracket term is positive), so we may cancel it and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$S_{all}=\frac{6^{64}-1}{5}$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$S_{odd}=\frac{6^{64}-1}{35}$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G.P. with an even number of terms,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odd-placed terms of a G.P.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 form a G.P. with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infinite G.P.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Cancelling a common factor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it non-zero; always test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G.P. with an even number of terms,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$S_{even}=r\,S_{odd}$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$S_{all}=(1+r)S_{odd}$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$S_{odd}\neq0$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$1,3,9,27$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$40=4\cdot10$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odd-placed terms of a G.P.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 form a G.P.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infinite G.P.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$S_{odd}=\frac{a}{1-r^2}$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$S_{even}=\frac{ar}{1-r^2}$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$S_{even}:S_{odd}=r:1$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$S_{odd}=\frac43$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$S_{even}=\frac23$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Cancelling a common factor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$1-r^{64}$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it non-zero; always 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each term of a geometric progression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the arithmetic mean of the next two terms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each term of a geometric progression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$a_2\neq 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the arithmetic mean of the next two terms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$S_n=a_1+a_2+\cdots+a_n$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$S_{20}-S_{18}$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$-2^{18}$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G.P. term equal to the mean of the next two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 G.P. term equal to the mean of the next two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$r^2+r-2=0$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$S_{20}-S_{18}$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just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$a_{19}+a_{20}$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ratio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A.M.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ratio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$a_1=a=\frac18$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A.M.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$a_2=\frac{a_3+a_4}{2}$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$2ar=ar^2+ar^3$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$r^2+r-2=0$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$a_1\neq 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$S_{20}-S_{18}=T_{19}+T_{20}$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$=ar^{18}+ar^{19}=ar^{18}(1+r)$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$=\frac18(-2)^{18}(-1)=-2^{15}$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$-2^{15}$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 directly, so the powers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combine.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closed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$S_n=\frac{a(1-r^n)}{1-r}$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 directly, so the powers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combine.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315163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$r^2+r-2=0$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before.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$S_n=\frac{a(1-r^n)}{1-r}=\frac{1}{8}\cdot\frac{1-(-2)^n}{3}=\frac{1-(-2)^n}{24}$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$S_{20}-S_{18}=\frac{(-2)^{18}-(-2)^{20}}{24}$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$=\frac{2^{18}(1-4)}{24}=\frac{-3\cdot2^{18}}{24}=-\frac{2^{18}}{8}$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$=-2^{15}$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$-2^{15}$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G.P.,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the last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terms; in particular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G.P. term equals the mean of the next two,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whatever the index or first term: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(constant)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G.P. term equals the mean of the previous two,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G.P. must be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discard the root that makes the progression constant when the question says the terms differ.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G.P.,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$S_n-S_{n-k}$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the last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terms; in particular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$S_n-S_{n-2}=a_n+a_{n-1}=a_{n-1}(1+r)$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$1,2,4,8$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$S_4-S_2=12=2(1+2)\cdot2$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G.P. term equals the mean of the next two,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$r^2+r-2=0$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whatever the index or first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(constant)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$1,-2,4$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$\frac{-2+4}{2}=1$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G.P. term equals the mean of the previous two,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$2r=r^2+1$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G.P. must be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discard the root that makes the progression constant when the question says the terms differ.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also in an A.P.,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 a,\log_e b,\log_e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 a-\log_e 2b,\ \log_e 2b-\log_e 3c,\ \log_e 3c-\log_e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also in an A.P.,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$a:b:c$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$9:6:4$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$25:10:4$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$6:3:2$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$16:4:1$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progression, Properties of logarithms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31520" y="1280160"/>
            <a:ext cx="10725912" cy="1109472"/>
          </a:xfrm>
          <a:prstGeom prst="roundRect">
            <a:avLst>
              <a:gd name="adj" fmla="val 8000"/>
            </a:avLst>
          </a:prstGeom>
          <a:solidFill>
            <a:srgbClr val="FDE68A"/>
          </a:solidFill>
          <a:ln w="3175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54864" bIns="73152"/>
          <a:lstStyle>
            <a:lvl1pPr>
              <a:defRPr sz="2400">
                <a:solidFill>
                  <a:srgbClr val="78350F"/>
                </a:solidFill>
              </a:defRPr>
            </a:lvl1pPr>
          </a:lstStyle>
          <a:p>
            <a:pPr algn="l">
              <a:defRPr sz="2400">
                <a:solidFill>
                  <a:srgbClr val="78350F"/>
                </a:solidFill>
              </a:defRPr>
            </a:pPr>
            <a:r>
              <a:rPr sz="2400" b="1">
                <a:solidFill>
                  <a:srgbClr val="78350F"/>
                </a:solidFill>
                <a:latin typeface="Arial"/>
              </a:rPr>
              <a:t>Key idea:  </a:t>
            </a:r>
            <a:r>
              <a:rPr sz="2400" b="0">
                <a:solidFill>
                  <a:srgbClr val="78350F"/>
                </a:solidFill>
                <a:latin typeface="Arial"/>
              </a:rPr>
              <a:t>Logarithms in A.P. mean the numbers are in G.P. (middle squared = product), applied to both triples.</a:t>
            </a:r>
            <a:endParaRPr sz="24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numbers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 a,\log_e b,\log_e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$\log_e\left(\frac{a}{2b}\right),\log_e\left(\frac{2b}{3c}\right),\log_e\left(\frac{3c}{a}\right)$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$\frac{a}{2b},\frac{2b}{3c},\frac{3c}{a}$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$\left(\frac{2b}{3c}\right)^2=\frac{a}{2b}\times\frac{3c}{a}$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$\frac{4b^2}{9c^2}=\frac{3c}{2b}$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$8b^3=27c^3$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$\frac{b}{c}=\frac32$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(i):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$c=\frac{2b}{3}$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$b^2=a\times\frac{2b}{3}$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$\frac{a}{b}=\frac32$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$a:b:c=9:6:4$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$9:6:4$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G.P.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(from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so a single unknown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 in the second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G.P.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$c\rho^2,c\rho,c$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(from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so a single unknown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 in the second condition.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G.P.;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these three must be in G.P. (their logs are in A.P.).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ρ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G.P.; 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$a=c\rho^2$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$b=c\rho$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$\frac{a}{2b}=\frac{\rho}{2}$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$\frac{2b}{3c}=\frac{2\rho}{3}$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$\frac{3c}{a}=\frac{3}{\rho^2}$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these three must be in G.P. (their logs are in A.P.).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$\left(\frac{2\rho}{3}\right)^2=\frac{\rho}{2}\cdot\frac{3}{\rho^2}$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$\frac{4\rho^2}{9}=\frac{3}{2\rho}$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$\rho^3=\frac{27}{8}$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$a:b:c=\rho^2:\rho:1=\frac94:\frac32:1=9:6:4$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$9:6:4$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Positive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A.P. exactly 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(G.P.); conversely logs of a G.P. are in A.P.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in G.P. can be parametrised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leaves one unknown ratio.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 available, test each against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holds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fails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second condition) to separate the survivors.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logs become numerical factors inside the G.P. condition, e.g.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Positive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$u,v,w$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u,\ln v,\ln 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A.P.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$v^2=uw$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(G.P.); conversely logs of a G.P. are in A.P.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numbers in G.P. can be parametrised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$c\rho^2,c\rho,c$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$\frac{b}{\rho},b,b\rho$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leaves one unknown ratio.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$9,6,4$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options available, test each against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holds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$9:6:4$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$25:10:4$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$16:4:1$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fails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$6:3:2$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$9\neq12$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$\frac{b}{c}=\frac32$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the second condition) to separate the survivors.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logs become numerical factors inside the G.P. condition,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$\log(2b)=\log2+\log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sum of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arithmetic progression.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410   (B) 395   (C) 405   (D) 390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sum of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arithmetic progression.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$S_{20}=790$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410   (B) 395   (C) 405   (D) 390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evaluate the difference.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$S_n=\frac n2[2a+(n-1)d]$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evaluate the difference.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(2) from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$S_{20}=\frac{20}{2}(2a+19d)=790$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$2a+19d=79$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$S_{10}=\frac{10}{2}(2a+9d)=145$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$2a+9d=29$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(2) from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$10d=50$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$S_{15}-S_5=\frac{15}{2}[2a+14d]-\frac{5}{2}[2a+4d]$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$=\frac{15}{2}[-16+70]-\frac{5}{2}[-16+20]$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$=405-10$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395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sum of 10 terms centred on the same place as the 20 terms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is half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$S_{15}-S_5$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sum of 10 terms centred on the same place as the 20 terms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is half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$S_{20}$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10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A.P. the average of consecutive terms equals the average of the two middle terms; both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centre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10.5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10.5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10.5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$S_{15}-S_5=a_6+a_7+\cdots+a_{15}$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10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A.P. the average of consecutive terms equals the average of the two middle terms; 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$a_1,\ldots,a_{20}$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$a_6,\ldots,a_{15}$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$a_{10.5}=\frac{a_{10}+a_{11}}{2}$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$S_{20}=20\,a_{10.5}$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$S_{15}-S_5=10\,a_{10.5}$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790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needed;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10.5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$S_{15}-S_5=\frac{S_{20}}{2}=\frac{790}{2}=395$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even needed;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$a=-8,d=5$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$a_{10.5}=39.5$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395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 constant term.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block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terms sums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(average of its first and last terms),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middle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blocks with the same centre have sums in the ratio of their lengths: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sums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questions often carry redundant data.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$S_n=An^2+Bn$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 d2$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 constant term.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$a=-8,d=5$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$S_n=2.5n^2-10.5n$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$S_{10}=145$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block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terms sums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(average of its first and last terms),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middle value.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blocks with the same centre have sums in the ratio of their lengths: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$\frac{S_{15}-S_5}{S_{20}}=\frac{10}{20}$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sums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$S_m,S_n$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$m\neq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questions often carry redundant data.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distinct positive real numbers. 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a GP, whose first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third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another GP, whose first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fifth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21   (B) 20   (C) 25   (D) 24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distinct positive real numbers.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a GP, whose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third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another GP, whose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fifth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21   (B) 20   (C) 25   (D) 24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Only even powers of the ratio matter: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whichever sign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Only even powers of the ratio matter: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$r^{10}=(r^2)^5=\left(\frac ba\right)^5$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whichever sign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G.P.: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G.P.: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$ar^2=b$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$r=\pm\sqrt{\frac ba}$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$T_1'=a$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$T_5'=b$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$ar_1^4=b$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$r_1=\pm\left(\frac ba\right)^{1/4}$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$T_{11}=ar^{10}$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$T_p'=ar_1^{\,p-1}$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$T_{11}=T_p'$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$r^{10}=r_1^{\,p-1}$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even power, so the sign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drops out).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exponents are equal: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$r^{10}=(r^2)^5=\frac{b^5}{a^5}$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$r_1^{\,p-1}=\left(\frac ba\right)^{\frac{p-1}{4}}$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 even power, so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drops out).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 ba\right)^5=\left(\frac ba\right)^{\frac{p-1}{4}}$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ba\neq1$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exponents are equal: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$\frac{p-1}{4}=5$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G.P. uses ratio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second ratio, so its terms are every other term of the second G.P.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G.P. uses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second ratio, so its terms are every other term of the second G.P.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second G.P. have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first G.P.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whichever sign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second G.P. have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$s^4=\frac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first G.P.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$r^2=\frac ba=s^4$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$r=\pm 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$a,\ ar,\ ar^2,\ldots$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$r^{2k}=s^{4k}$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$T_{11}=ar^{10}=a(s^2)^{10}=as^{20}$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whichever sign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the second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the second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the second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$as^{p-1}$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$as^{p-1}=as^{20}$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$|s|\neq1$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 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$p-1=20$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$T_{11}=2\cdot2^{10}=2048$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$21^{st}$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of the second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$2\cdot(\sqrt2)^{20}=2048$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21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G.P. has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powers of the ratio ignore its sign: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why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signs never matter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G.P. has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$r^{k-1}=\frac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$a\left(\frac ba\right)^{\frac{n-1}{k-1}}$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$a=2,b=8,k=3$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$T_{11}=2\cdot4^5=2048$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powers of the ratio ignore its sign: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$r^{2m}=(r^2)^m$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This is why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signs never matter 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terms of two G.P.s with positive ratios reduce to equal exponents of the same base, provided the base is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pattern: G.P. with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versus another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 when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 terms of two G.P.s with positive ratios reduce to equal exponents of the same base, provided the base is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ba\neq1$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pattern: G.P.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versus another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$T_j'$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match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$\frac{k-1}{m-1}=\frac{j-1}{n-1}$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series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10 terms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$\frac{1}{1-3\cdot1^2+1^4}+\frac{2}{1-3\cdot2^2+2^4}+\frac{3}{1-3\cdot3^2+3^4}+\cdots$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10 terms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$\frac{45}{109}$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$\frac{55}{109}$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$-\frac{45}{109}$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$-\frac{55}{109}$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Sequences and series: telescoping sum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numerator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half their difference, so it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$r^4-3r^2+1=(r^2-1)^2-r^2=(r^2-r-1)(r^2+r-1)$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numerator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half their difference, so it telescopes.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term: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denominator: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of squares: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numerator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$T_r=\frac{r}{1-3r^2+r^4}$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$r^4-2r^2+1-r^2=(r^2-1)^2-r^2$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Difference of squares: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$T_r=\frac{r}{(r^2-r-1)(r^2+r-1)}$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numerator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$r=\frac12\left[(r^2+r-1)-(r^2-r-1)\right]$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second part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the first part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(telescoping).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$T_r=\frac12\left[\frac{1}{r^2-r-1}-\frac{1}{r^2+r-1}\right]$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$r^2+r-1=(r+1)^2-(r+1)-1$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second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cancels the first part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$T_{r+1}$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(telescoping).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$\sum_{r=1}^{10}T_r=\frac12\left[\frac{1}{1-1-1}-\frac{1}{100+10-1}\right]=\frac12\left[\frac{1}{-1}-\frac{1}{109}\right]$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$=-\frac{55}{109}$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$-\frac{55}{109}$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Bound the terms: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rest are tiny, so the sum is about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0.50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only (D) fits.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Bound the terms: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$T_1=-1$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$T_2=\frac25$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rest are tiny, so the sum is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$-0.50$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only (D) fits.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970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$T_1=\frac{1}{1-3+1}=-1$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$T_2=\frac{2}{1-12+16}=\frac25$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$r\ge3$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$r^4-3r^2+1&gt;r^4-3r^2&gt;0$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$0&lt;T_r&lt;\frac{r}{r^4-3r^2}=\frac{1}{r^3-3r}$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$\sum_{r=3}^{10}\frac{1}{r^3-3r}=\frac1{18}+\frac1{52}+\frac1{110}+\frac1{198}+\frac1{322}+\frac1{488}+\frac1{702}+\frac1{970}\approx0.0965&lt;0.1$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(A), (B) are positive and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too large, so the sum must be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0.5046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0.0954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0.5046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$-0.6=-1+\frac25&lt;S_{10}&lt;-0.6+0.0965&lt;-0.5$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$S_{10}&lt;-0.5&lt;-0.4128\approx-\frac{45}{109}$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Options (A), (B) are positive and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$=-0.4128$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too large, so the sum must be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$-\frac{55}{109}\approx-0.5046$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$T_3+\cdots+T_{10}\approx0.0954$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$S_{10}\approx-1+0.4+0.0954=-0.5046$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109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$-\frac{55}{109}$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 splits: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closed form here: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rational term has a quartic denominator, try to factor it into two quadratics whose difference is a multiple of the numerator.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$x^4-3x^2+1=(x^2-1)^2-x^2=(x^2-x-1)(x^2+x-1)$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similar splits: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$x^4+x^2+1=(x^2+x+1)(x^2-x+1)$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$x^4+4=(x^2+2x+2)(x^2-2x+2)$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$g(r+1)-g(r)=\delta_r$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$\frac{\delta_r}{g(r)g(r+1)}=\frac{1}{g(r)}-\frac{1}{g(r+1)}$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$g(r)=r^2-r-1$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$g(r+1)-g(r)=2r$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$\frac{4}{1\cdot5}=1-\frac15$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closed form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$S_n=\frac12\left[-1-\frac{1}{n^2+n-1}\right]=-\frac{n(n+1)}{2(n^2+n-1)}$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$S_2=-\frac35=-1+\frac25$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rational term has a quartic denominator, try to factor it into two quadratics whose difference is a multiple of the numerator.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025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one of its roots. Then, among the two statements: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(I)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the geometric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the geometric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Neither (I) nor (II)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(I)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(II)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(I) and (II) are true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025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$0&lt;c&lt;b&lt;a$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$(a+b-2c)x^2+(b+c-2a)x+(c+a-2b)=0$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one of its roots. Then, among the two statements: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$\alpha\in(-1,0)$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the geometric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the geometric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Neither (I) nor (II)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Only (I) is true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(II)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Both (I) and (II) are true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Quadratic equations, Arithmetic mean and geometric mean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Coefficients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root; the other root's sign and size compare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Coefficients sum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root; the other root's sign and size compare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$\frac{a+c}{2}$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root; call 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other root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$(a+b-2c)+(b+c-2a)+(c+a-2b)=0$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root; call 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other root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of roots: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multiplying an inequality by it keeps its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inequality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left one,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automatic).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GM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the G.M.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(I)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Product of roots: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$\alpha\beta=\frac{c+a-2b}{a+b-2c}$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$\alpha=\frac{c+a-2b}{a+b-2c}$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$a+b-2c&gt;0$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$c&lt;a$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multiplying an inequality by it keeps its direction.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$-1&lt;\alpha&lt;0$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$-1&lt;\frac{c+a-2b}{a+b-2c}&lt;0$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$-a-b+2c&lt;c+a-2b&lt;0$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right inequality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$2b&gt;a+c$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left one,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$b+c&lt;2a$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automatic).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GM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$b&gt;\frac{a+c}{2}\ge\sqrt{ac}$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the G.M.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(I)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left inequality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right one,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given).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room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less than the A.M. Example: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the G.M.: (II) is true. Both statements are true,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(II)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$0&lt;\alpha&lt;1$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$0&lt;c+a-2b&lt;a+b-2c$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left inequality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$2b&lt;c+a$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$b&lt;\frac{a+c}{2}$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right one,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given).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$b&lt;\frac{a+c}{2}$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room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$b=\sqrt{ac}$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less than the A.M. 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$a=4,b=2,c=1$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$\alpha=\frac{1}{4}\in(0,1)$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may be the G.M.: (II) is true. Both statements are true,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Both (I) and (II)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sign and size are read off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$p=b-c&gt;0$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$q=a-b&gt;0$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$\alpha=\frac{q-p}{q+2p}$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its sign and size are read off at once.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the G.M.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always true. So (I)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excluded.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$p=b-c&gt;0$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$q=a-b&gt;0$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$a+b-2c=q+2p&gt;0$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$c+a-2b=q-p$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$\alpha=\frac{q-p}{q+2p}$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would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$\alpha&lt;0\iff q&lt;p$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$a+c-2b=q-p&lt;0$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$b&gt;\frac{a+c}{2}\ge\sqrt{ac}$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the G.M.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$\alpha&gt;-1\iff 2q+p&gt;0$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always true. So (I)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$0&lt;\alpha&lt;1\iff q&gt;p$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$b&lt;\frac{a+c}{2}$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$b=\sqrt{ac}$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excluded.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attained: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(II)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true: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 is attained: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$c=1,b=2,a=4$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$p=1,q=2$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$\alpha=\frac{1}{4}$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(II)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statements are true: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Both (I) and (II) are true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coefficients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 and the other root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Reading differences: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expressions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signs encode whether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above or below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root and the other root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$4x^2-5x+1$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Reading differences: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$b-c=p$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expressions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$a+b-2c$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$c+a-2b$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$q+2p$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signs encode whether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above or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rules 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allows it; existence needs an example.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on random triples).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$\sqrt{ac}\le\frac{a+c}{2}$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equality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rules 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$b=\sqrt{ac}$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$b&lt;\frac{a+c}{2}$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allows it; existence needs an example.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$0&lt;c&lt;b&lt;a$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$\alpha=\frac{q-p}{q+2p}$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on random triples).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 non-constant A.P. be respectively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 G.P. If the first term of the A.P.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its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990   (B) 980   (C) 960   (D) 970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$2^{nd}$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$44^{th}$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 non-constant A.P. be respectively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$1^{st}$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$2^{nd}$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$3^{rd}$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 G.P. If the first term of the A.P.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sum of its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990   (B) 980   (C) 960   (D) 970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Three A.P.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G.P.: middle squared equals product of the others.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Three A.P. terms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$a+d,\,a+7d,\,a+43d$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G.P.: middle squared equals product of the others.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A.P. have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 G.P.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A.P. have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$a+d,\ a+7d,\ a+43d$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$1^{st},2^{nd},3^{rd}$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 G.P.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$\frac{a+7d}{a+d}=\frac{a+43d}{a+7d}$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$(a+7d)^2=(a+43d)(a+d)$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$a^2+49d^2+14ad=a^2+44ad+43d^2$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$6d^2=30ad$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A.P. is non-constant,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A.P. is non-constant,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$6,36,216$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$S_{20}=\frac{20}{2}\left[2+19\cdot5\right]$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$=10(2+95)=970$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970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three A.P. terms in G.P., the G.P.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(ratio of index gaps);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linearly.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three A.P. terms in G.P., the G.P. ratio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$\frac{44-8}{8-2}=6$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(ratio of index gaps);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linearly.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G.P. terms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A.P.,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G.P. terms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$u=1+d,\ v=1+7d,\ w=1+43d$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$v=\rho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$w=\rho 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$w-v=\rho(v-u)$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A.P.,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$v-u=6d$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$w-v=36d$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$36d=\rho\cdot6d$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G.P.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$v=6u$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$1+7d=6+6d$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$S_{20}=10(2+19\cdot5)=970$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$6,36,216$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G.P.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970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three terms of an A.P. at positions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 (non-constant A.P.), the G.P.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positions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differences of a G.P. form a G.P. with the same ratio.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to a condition 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Reject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explicitly when the A.P. (or G.P.) is stated to be non-constant.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three terms of an A.P. at positions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$i&lt;j&lt;k$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 (non-constant A.P.), the G.P.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$\rho=\frac{k-j}{j-i}$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$w-v=\rho(v-u)$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positions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$2,8,44$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$6,36,216$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$u,v,w$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$v-u=(\rho-1)u$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$w-v=\rho(v-u)$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differences of a G.P. form a G.P. with the same ratio.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$(a+md)^2=(a+nd)(a+pd)$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to a condition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$d(d-5a)=0$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Reject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explicitly when the A.P. (or G.P.) is stated to be non-constant.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G.P. Then, the arithmetic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A.P.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$3,a-1,b+1,c+9$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G.P. Then, the arithmetic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A.P. to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the G.P. relation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one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A.P. to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$b=2a-3$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the G.P. relation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$(a-1)^2=3(b+1)$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one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A.P.: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G.P.: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equality: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A.P.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A.P.: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$a-3=b-a=c-b$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$3,a-1,b+1,c+9$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$\frac{a-1}{3}=\frac{b+1}{a-1}=\frac{c+9}{b+1}$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$a\neq1,\ b\neq-1$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the first equality: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$(a-1)^2=3(b+1)$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$a^2+1-2a=3b+3$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A.P.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$b=2a-3$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$a^2-2a+1=6a-6$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$a^2-8a+7=0$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$(a-1)(a-7)=0$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$b=2a-3=14-3=11$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$c=2b-a=22-7=15$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$3,6,12,24$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$\frac{a+b+c}{3}=\frac{7+11+15}{3}=\frac{33}{3}=11$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Name the G.P.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A.P. condition then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mean is the middle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Name the G.P.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$a=3\rho+1$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$b=3\rho^2-1$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A.P. condition then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mean is the middle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G.P.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A.P.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A.P.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the G.P.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contradiction; reject.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$3,3\rho,3\rho^2,3\rho^3$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$a-1=3\rho$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$b+1=3\rho^2$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$c+9=3\rho^3$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$a=3\rho+1$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$b=3\rho^2-1$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A.P.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$a-3=b-a$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$3\rho-2=3\rho^2-3\rho-2$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$3\rho^2-6\rho=0$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$3,1,-1,c$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the G.P.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$c+9=0$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contradiction; reject.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A.P., their mean is the middle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$c=3\cdot8-9=15$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$a-3=4$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$b-a=4$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$c-b=4$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A.P., their mean is the middle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terms in A.P., the mean equals the middle term.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consecutive G.P.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𝑧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a G.P. starts with a known term, parametrise the rest by the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second condition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A.P.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Reject roots that make a G.P. term zero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 G.P. needs non-zero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terms in A.P., the mean equals the middle term.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$7,11,15$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consecutive G.P.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$x,y,z$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$y^2=xz$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when a G.P. starts with a known term, parametrise the rest by the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let the second condition fix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$a=3+d,\ b=3+2d,\ c=3+3d$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Reject roots that make a G.P. term zero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$\rho=0$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 G.P. needs non-zero terms.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roots of the equation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consecutive terms of a non-constant G.P.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   (B) 8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roots of the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$px^2+qx-r=0$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consecutive terms of a non-constant G.P.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$\frac1\alpha+\frac1\beta=\frac34$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   (B) 8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Quadratic equations,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G.P. ratio;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$\frac1\alpha+\frac1\beta=\frac{q}{r}$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the G.P. ratio;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$(\alpha-\beta)^2=(\alpha+\beta)^2-4\alpha\beta$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$px^2+qx-r=0$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$\frac1\alpha+\frac1\beta=\frac34$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$4(\alpha+\beta)=3\alpha\beta$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$\alpha+\beta=-\frac qp$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$\alpha\beta=-\frac rp$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$4\left(-\frac qp\right)=3\left(-\frac rp\right)$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$4q=3r$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$(p,q,r)=(A,AR,AR^2)$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$4AR=3AR^2$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$Ax^2+\frac{4A}{3}x-\frac{16}{9}A=0$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$9x^2+12x-16=0$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$(\alpha-\beta)^2=(\alpha+\beta)^2-4\alpha\beta$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$=\left(-\frac{12}{9}\right)^2-4\left(-\frac{16}{9}\right)$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$=\frac{16}{9}+\frac{64}{9}=\frac{80}{9}$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$\frac{80}{9}$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the roots: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roots differ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the roots: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$x=Rt$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$t^2+t-1=0$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roots differ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$(\alpha-\beta)^2=5R^2$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$q=AR$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$x^2+Rx-R^2=0$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$x=Rt$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$R^2(t^2+t-1)=0$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$\alpha=Rt_1$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$\beta=Rt_2$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$t_{1,2}=\frac{-1\pm\sqrt5}{2}$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$\frac1\alpha+\frac1\beta=\frac1R\left(\frac1{t_1}+\frac1{t_2}\right)=\frac1R\cdot\frac{t_1+t_2}{t_1t_2}=\frac1R\cdot\frac{-1}{-1}=\frac1R$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$\frac1R=\frac34$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$(\alpha-\beta)^2=R^2(t_1-t_2)^2=5R^2=5\cdot\frac{16}{9}=\frac{80}{9}$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$\frac{80}{9}$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coefficients are in G.P.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signs of the question, the equation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𝑅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roots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golden-ratio numbers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positive multiple of all coefficients leaves roots unchanged, so the common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G.P. of coefficients drops out.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Reject degenerate ratios: 'non-constant' excludes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$\frac1\alpha+\frac1\beta=-\frac 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$(\alpha-\beta)^2=\frac{b^2-4ac}{a^2}$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$9x^2+12x-16$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$\frac{144+576}{81}=\frac{80}{9}$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coefficients are in G.P.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$(A,AR,AR^2)$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the signs of the question, 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$x^2+Rx-R^2=0$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roots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golden-ratio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$\frac{-1\pm\sqrt5}{2}$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positive multiple of all coefficients leaves roots unchanged, so the common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a G.P. of coefficients drops out.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Reject degenerate ratios: 'non-constant' excludes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fine).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arithmetic progression.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of the tenth and the fifth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690   (B) 890   (C) 790   (D) 800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arithmetic progression.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ratio of the tenth and the fifth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$15:7$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Jan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690   (B) 890   (C) 790   (D) 800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Turn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the linear relation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pair it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Turn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$\frac{a_{10}}{a_5}=\frac{15}{7}$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the linear relation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$8a=3d$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pair it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$S_{10}=390$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$\frac{a_{10}}{a_5}=\frac{15}{7}$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$\frac{a+9d}{a+4d}=\frac{15}{7}$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$7a+63d=15a+60d$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$8a-3d=0$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$S_{10}=5[2a+9d]=390$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$2a+9d=78$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$S_{15}-S_5=\frac{15}{2}[2a+14d]-\frac52[2a+4d]=5[2a+19d]$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$a=3,d=8$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$S_{15}-S_5=5[2(3)+19(8)]=5[6+152]$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$=790$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790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ten terms centred between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parametrise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$S_{15}-S_5=a_6+\cdots+a_{15}$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ten terms centred between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$a_{10}$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$a_{11}$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it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$5(a_{10}+a_{11})$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parametrise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$a_5=7k$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$a_{10}=15k$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$a_5=7k$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$a_{10}=15k$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$5d=8k$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$d=\frac{8k}{5}$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$S_{10}=5(a_5+a_6)=5(2a_5+d)=5\left(14k+\frac{8k}{5}\right)=5\cdot\frac{78k}{5}=78k$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$78k=390$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$a_{10}=75$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$a_{11}=83$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(pair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on, each pair summing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$S_{15}-S_5=a_6+a_7+\cdots+a_{15}=5(a_{10}+a_{11})$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on, each pair summing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$a_{10}+a_{11}$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$=5(75+83)=790$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790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ratio condition on two A.P. terms,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linear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sum of the two middle terms.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Block sum: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790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extra piece of data (a sum, a term ratio) gives one linear equation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two such pieces always determine the A.P.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ratio condition on two A.P. terms,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$\frac{a_m}{a_n}=\frac{u}{v}$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$v(a+(m-1)d)=u(a+(n-1)d)$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$a=3,d=8$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$\frac{75}{35}=\frac{15}{7}$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$S_{2m}=m(a_m+a_{m+1})$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sum of the two middle terms.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$S_{10}=5(a_5+a_6)=5(35+43)=390$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Block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$a_{m+1}+\cdots+a_{m+2j}=j\,(a_{m+j}+a_{m+j+1})$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$a_6+\cdots+a_{15}=5\cdot158=790$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Each extra piece of data (a sum, a term ratio) gives one linear equation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two such pieces always determine the A.P.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Q56 – Q61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$8=3+\frac{1}{4}(3+p)+\frac{1}{4^2}(3+2p)+\frac{1}{4^3}(3+3p)+\cdots\infty$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Infinite arithmetico-geometric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into a GP part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an A.G.P.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infinite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into a GP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3/4^k$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an A.G.P.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$p\sum k/4^k$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the infinite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A.G.P. with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to infinity of an A.G.P.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$k=0,1,2,\ldots$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$(3+kp)\left(\frac14\right)^k$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A.G.P.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to infinity of an A.G.P.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$=\frac{a}{1-r}+\frac{dr}{(1-r)^2}$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$8=\frac{3}{1-\frac14}+\frac{p\cdot\frac14}{\left(1-\frac14\right)^2}$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$\frac{3}{1-\frac14}=4$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$\frac{\frac14}{\left(\frac34\right)^2}=\frac49$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$8=4+\frac{4p}{9}$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$\frac{4p}{9}=4$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series by the common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subtract: the A.G.P. collapses to a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series by the common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subtract: the A.G.P. collapses to a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term by term: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tail is an infinite GP with first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$S=3+\frac{3+p}{4}+\frac{3+2p}{4^2}+\cdots$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$\frac{S}{4}=\frac{3}{4}+\frac{3+p}{4^2}+\frac{3+2p}{4^3}+\cdots$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term by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$S-\frac S4=3+\frac{p}{4}+\frac{p}{4^2}+\frac{p}{4^3}+\cdots$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$(3+kp)-(3+(k-1)p)=p$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tail is an infinite GP with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$=\frac{p/4}{3/4}=\frac p3$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$\frac{3S}{4}=3+\frac{p}{3}$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$6=3+\frac p3$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to infinity of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'multiply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subtract' trick reduces any A.G.P. to a GP (and derives the formula above); apply it again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equal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terms of the form (linear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(geometric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signal an A.G.P.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to infinity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$\sum_{k\ge0}(a+kd)r^k=\frac{a}{1-r}+\frac{dr}{(1-r)^2}$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$a=3,d=p=9,r=\frac14$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'multiply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subtract' trick reduces any A.G.P. to a GP (and derives the formula above); apply it again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k^2r^k$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$\sum_{k\ge1}kx^k=\frac{x}{(1-x)^2}$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$\sum_{k\ge1}k^2x^k=\frac{x(1+x)}{(1-x)^3}$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$\frac{20}{27}$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terms of the form (linear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(geometric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signal an A.G.P.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$\alpha=1^2+4^2+8^2+13^2+19^2+26^2+\cdots$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$\beta=\sum_{n=1}^{10}n^4$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$4\alpha-\beta=55k+40$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Summation of special series (method of differences, power sums)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have constant second difference,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quadratic;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pairs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numbers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$1,4,8,13,\ldots$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have constant second difference,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quadratic;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$4\alpha$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pairs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$(2t_n)^2-n^4$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first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constant second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$1,4,8,13,19,26,\ldots$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first differences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$3,4,5,6,7$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constant second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$t_n=an^2+bn+c$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$t_1=1,\ t_2=4,\ t_3=8$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$4a+2b+c=4$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$9a+3b+c=8$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$a=\frac12,\ b=\frac32,\ c=-1$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$t_n=\frac{n^2}{2}+\frac{3n}{2}-1$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$\alpha=\sum_{n=1}^{10}\left(\frac{n^2}{2}+\frac{3n}{2}-1\right)^2$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$4\alpha=\sum_{n=1}^{10}\left(n^2+3n-2\right)^2$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$\left(n^2+3n-2\right)^2=n^4+6n^3+5n^2-12n+4$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$4\alpha-\beta=\sum_{n=1}^{10}\left(6n^3+5n^2-12n+4\right)$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n^3=3025,\ \sum n^2=385,\ \sum n=55$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$6(3025)+5(385)-12(55)+4(10)=18150+1925-660+40=19455$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$55k+40=19455$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$55k=19415$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353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directly: list the ten terms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square and add; no power-sum formulas are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Compute directly: list the ten terms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square and add; no power-sum formulas are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differences increase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squares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2809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11197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44788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$1,4,8,13,19,26,34,43,53,64$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differences increase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$3,4,5,6,7,8,9,10,11$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squares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$1,16,64,169,361,676,1156,1849,2809,4096$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$\alpha=11197$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$4\alpha=44788$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1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25333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44788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25333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$\beta=1+16+81+256+625+1296+2401+4096+6561+10000=25333$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$4\alpha-\beta=44788-25333=19455$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$55k=19455-40=19415$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353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Factorise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termwise as a difference of squares: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Factorise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$4\alpha-\beta$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termwise as a difference of squares: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$(2t_n)^2-(n^2)^2$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further: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summand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$2t_n=n^2+3n-2$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$(2t_n)^2-n^4=(2t_n-n^2)(2t_n+n^2)=(3n-2)(2n^2+3n-2)$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further: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$2n^2+3n-2=(2n-1)(n+2)$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summand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$(3n-2)(2n-1)(n+2)$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$1\cdot1\cdot3=3=2^2-1^4$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$4\cdot3\cdot4=48=8^2-2^4$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$7\cdot5\cdot5=175=16^2-3^4$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 2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the power-sum formulas: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19455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$(3n-2)(2n-1)(n+2)=6n^3+5n^2-12n+4$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$n=1..10$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using the power-sum formulas: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$18150+1925-660+40=19455$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353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sequence with constant second difference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fit by three terms. Here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25333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(checked).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Squares of a quadratic: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factorises as a difference of squares,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and only a cubic is summed.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 direct tabulation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squares is a safe cross-check on any numerical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sequence with constant second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$t_n=\frac{\Delta^2}{2}n^2+bn+c$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fit by three terms.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$\sum_{n=1}^N n^4=\frac{N(N+1)(2N+1)(3N^2+3N-1)}{30}$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$25333$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(checked).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n^3=\left(\frac{N(N+1)}{2}\right)^2$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Squares of a quadratic: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$(n^2+3n-2)^2-n^4$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factorises as a difference of squares,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$(3n-2)(2n^2+3n-2)$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 and only a cubic is summed.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a direct tabulation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squares is a safe cross-check on any numerical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sum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arithmetic progression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  <m:e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𝑆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e>
                        </m:nary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sum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an arithmetic progression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$3,7,11,\ldots$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$40&lt;\left(\frac{6}{n(n+1)}\sum_{k=1}^{n}S_k\right)&lt;42$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 and sums of natural-number powers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sum it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a linear expression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$S_k=k(2k+1)$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sum it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$\frac{6}{n(n+1)}$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a linear expression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expression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$S_k=3+7+11+\cdots$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 k2\left[6+(k-1)4\right]=k(2k+1)=2k^2+k$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$\sum_{k=1}^{n}\left(2k^2+k\right)=\frac{2n(n+1)(2n+1)}{6}+\frac{n(n+1)}{2}$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$\frac{6}{n(n+1)}$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expression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$2(2n+1)+3=4n+5$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only integer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$40&lt;4n+5&lt;42$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$35&lt;4n&lt;37$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$8.75&lt;n&lt;9.25$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only integer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$4\cdot9+5=41$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telescope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$S_k=2k(k+1)-k$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telescope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k(k+1)$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$k(k+1)=\frac{k(k+1)(k+2)-(k-1)k(k+1)}{3}$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term is a difference of consecutive products of three integers divided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$S_k=2k^2+k=2k(k+1)-k$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$\sum_{k=1}^{n}k(k+1)=\frac{n(n+1)(n+2)}{3}$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term is a difference of consecutive products of three integers divided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given expression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$\sum_{k=1}^{n}S_k=\frac{2n(n+1)(n+2)}{3}-\frac{n(n+1)}{2}=n(n+1)\cdot\frac{4(n+2)-3}{6}=\frac{n(n+1)(4n+5)}{6}$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given expression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$4n+5$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$40&lt;4n+5&lt;42$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leading coefficient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Writing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power sums without memorising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this AP,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Dividing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linear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bracket on it gives a small range of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'sum of the partial sums' of an AP is cubic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$a,a+d,\ldots$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$S_k=\frac k2[2a+(k-1)d]$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leading coefficient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d2$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$S_k=2k^2+k$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$\sum_{k=1}^{n}k(k+1)=\frac{n(n+1)(n+2)}{3}$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$2+6+12=20$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Writing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$k^2=k(k+1)-k$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power sums without memorising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this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$\sum_{k=1}^{n}S_k=\frac{n(n+1)(4n+5)}{6}$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$3+10=13$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linear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$4n+5$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bracket on it gives a small range of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Cue: 'sum of the partial sums' of an AP is cubic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lengths of three sides of a triangle satisfying the condition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set of all possible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lengths of three sides of a triangle satisfying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$\left(a^2+b^2\right)x^2-2b(a+c)x+\left(b^2+c^2\right)=0$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set of all possible values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$12\left(\alpha^2+\beta^2\right)$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progression, Triangle inequality and quadratic inequalities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the quadratic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a sum of two squares vanishes only if both vanish,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Group the quadratic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$(ax-b)^2+(bx-c)^2=0$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a sum of two squares vanishes only if both vanish,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in GP.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Regroup: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sides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GP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always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Regroup: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$\left(a^2x^2-2abx+b^2\right)+\left(b^2x^2-2bcx+c^2\right)=0$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$(ax-b)^2+(bx-c)^2=0$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$ax-b=0$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$bx-c=0$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 ba=\frac cb$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$c=bx=ax^2$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sides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$a,ax,ax^2$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GP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$a+b&gt;c$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$a+ax&gt;ax^2$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$x^2-x-1&lt;0$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$b+c&gt;a$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$ax+ax^2&gt;a$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$x^2+x-1&gt;0$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Triangle inequality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$c+a&gt;b$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$ax^2+a&gt;ax$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$x^2-x+1&gt;0$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always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the common part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rad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$x^2-x-1&lt;0$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$x\in\left(\frac{1-\sqrt5}{2},\frac{1+\sqrt5}{2}\right)$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$x^2+x-1&gt;0$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$x&lt;\frac{-1-\sqrt5}{2}$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$x&gt;\frac{\sqrt5-1}{2}$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the common part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$x\in\left(\frac{\sqrt5-1}{2},\frac{\sqrt5+1}{2}\right)=(\alpha,\beta)$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$\alpha^2+\beta^2=\left(\frac{\sqrt5-1}{2}\right)^2+\left(\frac{\sqrt5+1}{2}\right)^2=\frac{6-2\sqrt5}{4}+\frac{6+2\sqrt5}{4}=3$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$12\left(\alpha^2+\beta^2\right)=36$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Lagrange/Cauchy identity to force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Lagrange/Cauchy identity to force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note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$\frac1\varphi,\varphi$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$\beta-\alpha=1,\ \alpha\beta=1$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discriminant of the quadratic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only 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(double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sides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triangle needs the largest side less than the sum of the others. By symmetry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suffices to 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$(a^2+b^2)(b^2+c^2)-(ab+bc)^2=(ac-b^2)^2$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discriminant of the quadratic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$4\left[b^2(a+c)^2-(a^2+b^2)(b^2+c^2)\right]=-4(ac-b^2)^2\le0$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 only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(double root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$x=\frac{b(a+c)}{a^2+b^2}=\frac ba$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sides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$x=r&gt;0$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triangle needs the largest side less than the sum of the others. By symmetry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$r\to\frac1r$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suffices to 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$1+r&gt;r^2$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endpoints of the allowed range are the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its reciprocal,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endpoints of the allowed range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$r^2-r-1=0$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of its reciprocal,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$\beta=\varphi=\frac{1+\sqrt5}{2}$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$\alpha=\frac1\varphi=\frac{\sqrt5-1}{2}$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$\alpha^2+\beta^2=(\beta-\alpha)^2+2\alpha\beta=1+2=3$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$12(\alpha^2+\beta^2)=36$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quadratic written as a sum of squares signals this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shows Cauchy-Schwarz has equality iff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form a triangle iff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fails). Endpoints satisfy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triangle whose sides are in GP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the inequality (smaller two)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(largest) is binding.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quadratic written as a sum of squares signals this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$(ax-b)^2+(bx-c)^2$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Lagrange's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$(a^2+b^2)(b^2+c^2)-(ab+bc)^2=(ac-b^2)^2$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$65-64=1$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shows Cauchy-Schwarz has equality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form a triangle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$\frac1\varphi&lt;r&lt;\varphi$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$\varphi=\frac{1+\sqrt5}{2}$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fails). Endpoints satisfy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$\alpha\beta=1,\ \beta-\alpha=1$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$\alpha^2+\beta^2=3$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triangle whose sides are in GP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the inequality (smaller two)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(largest) is binding.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arithmetic progressions. Then the sum of the common terms in them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$3,7,11,15,\ldots,403$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$2,5,8,11,\ldots,404$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two arithmetic progressions. Then the sum of the common terms in them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Common terms of two arithmetic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common terms form an AP whose difference is the LCM of the two common differences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starting at the first common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common terms form an AP whose difference is the LCM of the two common differences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starting at the first common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AP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second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common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common terms form an AP with common difference the lcm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common term not exceeding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(next would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common AP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$3,7,11,\ldots,403$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second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$2,5,8,11,\ldots,404$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common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common terms form an AP with common difference the lcm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$11,23,35,\ldots$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common term not exceeding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(next would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common 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$11,23,35,\ldots,395$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$395=11+(n-1)12\Rightarrow n=33$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$=\frac{33}{2}\left[2\times11+(32)12\right]$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$=\frac{33}{2}\left[22+384\right]=\frac{33}{2}\times406=6699$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6699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progressions consist of numbers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the common terms are exactly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progressions consist of numbers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$\equiv-1$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(mod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mod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the common terms are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$\equiv-1$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(mod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mod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number that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common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Range: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$4k+3\equiv-1\pmod4$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 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$3k+2\equiv-1\pmod3$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number that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common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$12j-1$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Range: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$12j-1\ge11\Rightarrow j\ge1$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$12j-1\le403\Rightarrow j\le33$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$\le404$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$j\le33$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$=12\sum_{j=1}^{33}j-33=12\cdot561-33=6732-33=6699$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6699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of two APs (if any) form an AP with difference equal to the lcm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exist iff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gcd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difference of the first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a shared residue: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common terms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common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checked by listing).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terms using the smaller of the two last terms: terms of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an AP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last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𝑙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Common terms of two APs (if any) form an AP with difference equal to the lcm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$d_1,d_2$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they exist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$\gcd(d_1,d_2)$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divides the difference of the first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a shared residue: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$3\equiv-1\ 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$2\equiv-1\ (3)$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common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$\equiv-1\ (12)$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(first common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checked by listing).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 terms using the smaller of the two last terms: terms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$12j-1\le\min(403,404)$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$j\le33$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an AP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n2(f+l)$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$\frac{33}{2}(11+395)=6699$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three successive terms of a G.P. with common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lengths of the sides of a triangle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three successive terms of a G.P. with common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 (r&gt;1)$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lengths of the sides of a triangle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$[r]$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$3[r]+[-r]$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Jan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 and triangle inequality,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sides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triangle inequality bounds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above by the golden ratio, which fixes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sides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ar,a,ar$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triangle inequality bounds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above by the golden ratio, which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$[r]$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$[-r]$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three terms of the G.P. be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largest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two smaller sides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third side: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three terms of the G.P.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ar,\ a,\ ar$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largest side.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two smaller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third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ar+a&gt;ar$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$1+r&gt;r^2$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$r^2-r-1&lt;0$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$\frac{1-\sqrt5}{2}&lt;r&lt;\frac{1+\sqrt5}{2}$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$r\in\left(1,\frac{1+\sqrt5}{2}\right)$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$[r]=1$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$[-r]=-2$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$3[r]+[-r]=3-2=1$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solving the quadratic: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triangle.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Bound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$r&lt;2$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without solving the quadratic: if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$r\ge2$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$r^2\ge2r\ge r+2&gt;r+1$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triangle.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Scale the sides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triangle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violating the inequality;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really exist,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triangle; the answer is therefore well defined.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Scale the sides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$1,r,r^2$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triangle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$1+r&gt;r^2$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$r^2\ge2r=r+r\ge r+2&gt;r+1$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violating the inequality;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$1&lt;r&lt;2$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really exist,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$1+1.5=2.5&gt;2.25$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$1,1.5,2.25$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triangle; the answer is therefore well defined.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(note: 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$1&lt;r&lt;2$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$[r]=1$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$-2&lt;-r&lt;-1$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$[-r]=-2$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(note: 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$[x]+[-x]=-1$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$3[r]+[-r]=3(1)+(-2)=1$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triangle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1.618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triangle only the largest side needs checking: largest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of the other two.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Cheap bound: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solving the quadratic; that already fixes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$[x]+[-x]=-1$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$1+(-2)=-1$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$3[r]+[-r]=2[r]-1=1$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$1,r,r^2$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 triangle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$r&lt;\varphi=\frac{1+\sqrt5}{2}\approx1.618$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$0&lt;r&lt;1$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$r&gt;\frac1\varphi$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$r\in\left(\frac1\varphi,\varphi\right)$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overall.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triangle only the largest side needs checking: largest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$&lt;$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of the other two.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Cheap bound: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$r^2\ge2r\ge r+2&gt;r+1$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without solving the quadratic; that already fixes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$[r]=1$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Q62 – Q71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One option is correct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three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a G.P. be respectively the 7th, 8th and 13th terms of an A.P. If the 5th term of the G.P. is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of the A.P.,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163   (B) 169   (C) 151   (D) 177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three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 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a G.P. be respectively the 7th, 8th and 13th terms of an A.P. If the 5th term of the G.P.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 term of the A.P.,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163   (B) 169   (C) 151   (D) 177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(reject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match the 5th GP term with the AP.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$p^2=2q$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$q-2=6(p-2)$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$p=10,q=50$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(reject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$q=2$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then match the 5th GP term with the AP.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AP have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 and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(2) and (4):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(5)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(5):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$2,p,q$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$p^2=2q$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AP have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$t_7=a+6d=2$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(2),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$t_8=a+7d=p$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(3),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$t_{13}=a+12d=q$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(4).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$d=p-2$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(2) and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$6d=q-2$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$6(p-2)=q-2$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$6p=q+10$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(5)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(5):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$p^2=2(6p-10)$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$p^2-12p+20=0$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rejected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 and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5th term of the G.P.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rejected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$2,10,50,\ldots$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$a=-46$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5th term of the G.P.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$2(5)^4=1250$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$1250=-46+(n-1)8\Rightarrow n=\frac{1250+46}{8}+1=163$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163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G.P. by its ratio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count steps from the 7th term of the A.P.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G.P. by its ratio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$p=2r,\ q=2r^2$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count steps from the 7th term of the A.P.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G.P.: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AP,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(rejected),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5th G.P.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$2,\ 2r,\ 2r^2$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$t_8-t_7=d=2r-2$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$t_{13}-t_7=6d$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$2r^2-2=6(2r-2)$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$r^2-1=6r-6\Rightarrow r^2-6r+5=0\Rightarrow 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(rejected),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$d=2r-2=8$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5th G.P.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$2r^4=1250$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Counting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Counting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$t_7=2$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$1250=2+(n-7)\cdot8$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$n-7=156$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$t_8=10,\ t_{13}=2+48=50$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163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G.P.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sit inside an A.P.; the condition at positions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AP,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measure from any known term; the first term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not be found.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a GP condition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a linear AP relation gives a quadratic with a degenerate root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stated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removes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A.P.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its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$2,2r,2r^2$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sit inside an A.P.; the condition at positions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$7,8,13$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$\frac{q-2}{p-2}=6$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AP,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$t_n=t_m+(n-m)d$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measure from any known term; the 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 not be found.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Equating a GP condition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$p^2=2q$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with a linear AP relation gives a quadratic with a degenerate root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stated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$q\neq2$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removes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A.P.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$-46,-38,\ldots$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$2,10,50,1250$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its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$7,8,13,163$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301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$\frac{1\times2^2+2\times3^2+\cdots+100\times(101)^2}{1^2\times2+2^2\times3+\cdots+100^2\times101}$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$\frac{306}{305}$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$\frac{32}{31}$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$\frac{305}{301}$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Summation of special series (power sums of r, r^2, r^3)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numerator and denominator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expand into power sums and cancel the common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numerator and denominator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r(r+1)^2$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r^2(r+1)$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expand into power sums and cancel the common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$\frac{n(n+1)}{2}$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</m:d>
                          </m:e>
                        </m:nary>
                      </m:num>
                      <m:den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e>
                        </m:nary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power-sum formulas: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out the common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$\frac{\sum_{r=1}^{100}r(r+1)^2}{\sum_{r=1}^{100}r^2(r+1)}$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$\frac{\sum_{r=1}^{100}\left(r^3+2r^2+r\right)}{\sum_{r=1}^{100}\left(r^3+r^2\right)}$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power-sum formulas: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$\frac{\left(\frac{n(n+1)}{2}\right)^2+\frac{2\cdot n(n+1)(2n+1)}{6}+\frac{n(n+1)}{2}}{\left(\frac{n(n+1)}{2}\right)^2+\frac{n(n+1)(2n+1)}{6}}$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out the common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$\frac{\frac{n(n+1)}{2}+\frac23(2n+1)+1}{\frac{n(n+1)}{2}+\frac{2n+1}{3}}$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×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denominator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5185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5117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(divide both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$\frac{\frac{100(101)}{2}+\frac23(201)+1}{\frac{100\times101}{2}+\frac{201}{3}}$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$=5050+134+1=5185$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$=5050+67=5117$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$\frac{5185}{5117}=\frac{305}{301}$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(divide both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305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301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$\frac{305}{301}$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denominator from the numerator: the difference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telescopes, so the ratio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denominator from the numerator: the difference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 r(r+1)$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telescopes, so the ratio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$1+\frac{4}{3n+1}$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$N=\sum r(r+1)^2$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$D=\sum r^2(r+1)$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$N-D=\sum r(r+1)=\frac{n(n+1)(n+2)}{3}$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$D=\sum\left(r^3+r^2\right)=\frac{n(n+1)}{2}\left[\frac{n(n+1)}{2}+\frac{2n+1}{3}\right]=\frac{n(n+1)(3n^2+7n+2)}{12}=\frac{n(n+1)(n+2)(3n+1)}{12}$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$\frac{N}{D}=1+\frac{N-D}{D}=1+\frac{n(n+1)(n+2)/3}{n(n+1)(n+2)(3n+1)/12}=1+\frac{4}{3n+1}=\frac{3n+5}{3n+1}$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$\frac{305}{301}$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$\frac{22}{14}=\frac{11}{7}=\frac{3\cdot2+5}{3\cdot2+1}$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305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301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$\frac{305}{301}$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general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reduces to the required value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write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linear and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avoid expanding cubes.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combinations; it cancels between numerator and denominator.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$\sum_{r=1}^{n}r^2(r+1)=\frac{n(n+1)(n+2)(3n+1)}{12}$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$2+12=14=\frac{2\cdot3\cdot4\cdot7}{12}$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r(r+1)=\frac{n(n+1)(n+2)}{3}$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$\frac{\sum r(r+1)^2}{\sum r^2(r+1)}=\frac{3n+5}{3n+1}$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which reduces to the required value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$r(r+1)\cdot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$r(r+1)\cdot(r+1)$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write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r(r+1)\times$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linear and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$N-D=\sum r(r+1)$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avoid expanding cubes.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out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r^3$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-type combinations; it cancels between numerator and denominator.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three real numbers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arithmetic progression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geometric progression.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arithmetic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cube of the geometric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316   (B) 312   (C) 128   (D) 120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three real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arithmetic progression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$a+1,\ b,\ c+3$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geometric progression.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arithmetic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cube of the geometric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316   (B) 312   (C) 128   (D) 120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and geometric progressions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of an AP is its middle term,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a quadratic whose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chosen.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mean of an AP is its middle term,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$(a+1)(c+3)=64$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$a+c=16$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 a quadratic whose root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$a&gt;10$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chosen.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(3)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(4)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$2b=a+c$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$b^2=(a+1)(c+3)$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$\frac{a+b+c}{3}=8$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(3)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$3b=24$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$64=ac+3a+c+3$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$3a+c+ac=61$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(4)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(4):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Cube of the GM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$c=16-a$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(4):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$3a+16-a+a(16-a)=61$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$a^2-18a+45=0$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$(a-15)(a-3)=0$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$16,8,4$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Cube of the GM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$=\left(\left(abc\right)^{1/3}\right)^3=15\times8\times1=120$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120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AP symmetrically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mean is built in and one unknown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Parametrise the AP symmetrically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$8-d,\ 8,\ 8+d$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mean is built in and one unknown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middle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AP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 condition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means the middle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AP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$8-d,\ 8,\ 8+d$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 condition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$9-d,\ 8,\ 11+d$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$(9-d)(11+d)=64$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$99-2d-d^2=64\Rightarrow d^2+2d-35=0\Rightarrow(d-5)(d+7)=0$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$a=8-d&gt;10$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$abc=8(64-d^2)=8(64-49)=120$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120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numbers in AP, the arithmetic mean equals the middle term; the symmetric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sums and products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 condition on three numbers: middle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product of the extremes.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roots often arise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GP, product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inequality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one. Note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option (B), the trap.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Cube of the geometric mean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just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three numbers in AP, the arithmetic mean equals the middle term; the symmetric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$x-d,x,x+d$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sums and products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$abc=x(x^2-d^2)$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GP condition on three numbers: middle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$^2=$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product of the extremes.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Two roots often arise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$3,8,13$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$4,8,16$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GP, product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inequality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one.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option (B), the trap.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Cube of the geometric mean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$a,b,c$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068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068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$\frac{1}{\sqrt1+\sqrt2}+\frac{1}{\sqrt2+\sqrt3}+\cdots+\frac{1}{\sqrt{99}+\sqrt{100}}=m$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$\frac{1}{1\cdot2}+\frac{1}{2\cdot3}+\cdots+\frac{1}{99\cdot100}=n$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line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$11(x-2)-100(y-1)=0$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$11(x-1)-100y=0$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$11x-100y=0$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$11(x-1)-100(y-2)=0$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Telescoping series (method of differences)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both sums telescope.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$\frac{1}{\sqrt{k}+\sqrt{k+1}}=\sqrt{k+1}-\sqrt 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$\frac{1}{k(k+1)}=\frac1k-\frac1{k+1}$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both sums telescope.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532376"/>
                <a:ext cx="10725912" cy="214274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(rationalising each term).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532376"/>
                <a:ext cx="10725912" cy="214274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$m=(\sqrt2-1)+(\sqrt3-\sqrt2)+(\sqrt4-\sqrt3)+\cdots+(\sqrt{100}-\sqrt{99})$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(rationalising each term).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Telescoping: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$m=10-1=9$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100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options: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$n=\frac{1}{1\cdot2}+\frac{1}{2\cdot3}+\frac{1}{3\cdot4}+\cdots+\frac{1}{99\cdot100}$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$=\left(1-\frac12\right)+\left(\frac12-\frac13\right)+\left(\frac13-\frac14\right)+\cdots+\left(\frac1{99}-\frac1{100}\right)$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$n=1-\frac1{100}=\frac{99}{100}$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$(m,n)=\left(9,\frac{99}{100}\right)$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$11x-100y=99-99=0$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 lies 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$11x-100y=0$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1.414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hence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step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multiply by the conjugate: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 k+\sqrt{k+1}}=\sqrt{k+1}-\sqrt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$\frac{1}{1+1.414}=0.414$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$\sum_{k=1}^{N-1}=\sqrt 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$\frac{1}{k(k+1)}=\frac1k-\frac1{k+1}$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$\sum_{k=1}^{N-1}\frac{1}{k(k+1)}=1-\frac1N$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$\frac12+\frac16+\frac1{12}+\frac1{20}=\frac45$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$\frac{1}{k(k+r)}=\frac1r\left(\frac1k-\frac1{k+r}\right)$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$r=2,k=1$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$\frac{1}{\sqrt{k+d}+\sqrt 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step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multiply by the conjugate: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$\frac{\sqrt{k+d}-\sqrt k}{d}$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least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consecutive terms of an A.P., is equal to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4   (C) 16   (D) 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least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$4^{1+x}+4^{1-x},\ \frac K2,\ 16^x+16^{-x}$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three consecutive terms of an A.P., is equal to : [JEE(Main) April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4   (C) 16   (D) 8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progression, AM-GM inequality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 condition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AM-GM on each pair gives the minimum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 condition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$K=4\left(4^x+4^{-x}\right)+\left(16^x+16^{-x}\right)$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AM-GM on each pair gives the minimum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$4\cdot2+2$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terms in A.P.: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AM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GM,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holds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(allowed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least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terms in A.P.: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$2\cdot\frac K2=4^{1+x}+4^{1-x}+16^x+16^{-x}$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$K=4\left(4^x+\frac{1}{4^x}\right)+\left(16^x+\frac{1}{16^x}\right)$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AM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$4^x+\frac1{4^x}\ge2$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$16^x+\frac1{16^x}\ge2$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$K\ge4(2)+2=10$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Equality holds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(allowed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least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$t=4^x+4^{-x}\ge2$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$16^x+16^{-x}=t^2-2$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$K=(t+2)^2-6$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$t\ge2$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Squaring,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ranges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increases).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$t=4^x+4^{-x}$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Squaring,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$t^2=16^x+2+16^{-x}$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$16^x+16^{-x}=t^2-2$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$K=4t+t^2-2=(t+2)^2-6$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$t=4^x+4^{-x}$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ranges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increases).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$(t+2)^2-6$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minimum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$16-6=10$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AP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middle term is the mean of the other two).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attain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making the sum of minima attainable.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16.0625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4.25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reducing the problem to a single variable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several parts of an expression are minimised, check that all minima occur at the same variable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AP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$2q=p+r$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middle term is the mean of the other two).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$t+\frac1t\ge2$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$4^x+4^{-x}$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$16^x+16^{-x}$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attain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the 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making the sum of minima attainable.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$16^x+16^{-x}=\left(4^x+4^{-x}\right)^2-2$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$16.0625=4.25^2-2$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reducing the problem to a single variable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several parts of an expression are minimised, check that all minima occur at the same variable value.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equilateral triangle. A new triangle is formed by joining the middle points of all sides of the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same process is repeated infinitely many times.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perimeters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areas of all the triangles formed in this process, then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equilateral triangle. A new triangle is formed by joining the middle points of all sides of the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same process is repeated infinitely many times.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perimeters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areas of all the triangles formed in this process, then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$P=36\sqrt{3}Q^2$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$P^2=36\sqrt{3}Q$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$P^2=72\sqrt{3}Q$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$P^2=6\sqrt{3}Q$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infinite G.P., Equilateral triangle: area and perimeter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Midpoint triangles halve the sides: perimeters form a G.P. of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areas one of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Midpoint triangles halve the sides: perimeters form a G.P. of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areas one of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side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Area of the first triangle: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Joining the midpoints gives an equilateral triangle of side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area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new triangle has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previous area.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areas: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side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Area of the first triangle: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$\Delta=\frac{\sqrt{3}}{4}a^2$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Joining the midpoints gives an equilateral triangle of 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$\frac{\sqrt{3}}{4}\left(\frac a2\right)^2=\frac{\sqrt{3}}{16}a^2$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each new triangle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previous area.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areas: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$Q=\frac{\sqrt{3}}{4}a^2+\frac{\sqrt{3}}{16}a^2+\frac{\sqrt{3}}{64}a^2+\cdots=\frac{\sqrt{3}}{4}a^2\left(1+\frac14+\frac1{16}+\cdots\right)$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Infinite G.P. with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Perimeters: the first triangle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second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third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perimeters: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Infinite G.P.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$Q=\frac{\sqrt{3}}{4}a^2\cdot\frac{1}{1-\frac14}=\frac{\sqrt{3}}{4}a^2\cdot\frac43=\frac{a^2}{\sqrt{3}}$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Perimeters: the first triangle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second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a2+\frac a2+\frac a2=\frac{3a}{2}$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third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a4+\frac a4+\frac a4=\frac{3a}{4}$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so 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perimeters: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$P=3a+\frac{3a}{2}+\frac{3a}{4}+\cdots=3a\left(1+\frac12+\frac14+\cdots\right)$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this in (2):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$P=\frac{3a}{1-\frac12}=6a$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$P^2=36a^2$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this in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$P^2=36\sqrt{3}Q$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$P^2=36\sqrt{3}Q$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Self-similarity: the process restarted on the medial triangle is a scaled copy,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Self-similarity: the process restarted on the medial triangle is a scaled copy,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$P=3a+\frac P2$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side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perimeter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triangles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the process started on the medial triangle,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scaled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(perimeter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side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$\Delta=\frac{\sqrt{3}}{4}a^2$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All triangles 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exactly the process started on the medial triangle,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scaled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$P=3a+\frac12P$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$P=6a$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$P^2=36a^2$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 (Both sums converge, so the equations may be solved this way.)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$Q=\Delta+\frac14Q$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$Q=\frac43\Delta=\frac{a^2}{\sqrt{3}}$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$P^2=36\sqrt{3}Q$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 (Both sums converge, so the equations may be solved this way.)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$P^2=36\sqrt{3}Q$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Medial triangle of any triangle: every length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perimeter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Nested medial triangles therefore give G.P.s with ratios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Self-similar sums: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Medial triangle of any triangle: every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perimeter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Nested medial triangles therefore give G.P.s with ratios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Self-similar sums: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$S=s_0+kS$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$|k|&lt;1$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$S=\frac{s_0}{1-k}$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$P=\frac{3a}{1-1/2}=6a$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$Q=\frac{\Delta}{1-1/4}=\frac43\Delta$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$Q=\frac{4\sqrt3}{3}$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$P^2=144=36\sqrt{3}Q$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starting triangle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is left out of both sums,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same relation, so the answer does not depend on this reading.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infinite G.P.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converges only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starting triangle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 is left out of both sums,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$P'=\frac P2$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$Q'=\frac Q4$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$P'^2=\frac{P^2}{4}=36\sqrt{3}Q'$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same relation, so the answer does not depend on this reading.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infinite G.P.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ar^n$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converges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$\frac{a}{1-r}$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software company sets up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 of computer systems to finish an assignment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computer systems crashed on the start of the second day,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more computer systems crashed on the start of the third day and so on, then it took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more days to finish the assignment.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150   (B) 125   (C) 180   (D) 160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719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software company sets up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 of computer systems to finish an assignment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computer systems crashed on the start of the second day,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more computer systems crashed on the start of the third day and so on, then it took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more days to finish the assignment.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150   (B) 125   (C) 180   (D) 160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595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 (word problem)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Total work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system-days; the crashes make daily strength a decreasing A.P.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days.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Total work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$17m$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system-days; the crashes make daily strength a decreasing A.P.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days.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job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system-days of work (all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systems working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crashes the job takes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days, and on day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number of working systems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A.P.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right side: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job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system-days of work (all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systems working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the crashes the job takes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$17+8=25$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days, and on day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number of working systems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$m-4(r-1)$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$17m=m+(m-4)+(m-4\times2)+\cdots+(m-4\times24)$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A.P.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the right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$25m-4(1+2+\cdots+24)=25m-4\cdot\frac{24\cdot25}{2}=25m-1200$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strength on day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2496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 is done,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is right.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$17m=25m-1200$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$8m=1200$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$8m=\frac{4\cdot24\cdot25}{2}$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$m=\frac{1200}{8}=150$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the strength on day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$150-96=54&gt;0$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$24\cdot150-4\cdot276=2496&lt;2550=17m$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work is done,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is right.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150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sum of an A.P. equals the number of terms times its middle term,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daily strengths total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sum of an A.P. equals the number of terms times its middle term, so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daily strengths total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$25(m-48)$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 needed: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system-days. Finishing takes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with strengths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(A.P.,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A.P.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terms; its middle (13th)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also the average.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work done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Work needed: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$17m$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system-days. Finishing takes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with strengths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$m,m-4,\ldots,m-96$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(A.P.,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A.P.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terms; its middle (13th)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$m-4\cdot12=m-48$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also the average.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work done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$=25\times(m-48)$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$25(m-48)=17m$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$8m=1200$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$25\times102=2550=17\times150$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150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workforce falls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day starting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the work done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A.P.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(average of first and last)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(middle term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these work problems set total work equal to (original strength)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(original days), then confirm that the job is not already finished one day earlier.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workforce falls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day starting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days the work done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$Nm-c\frac{N(N-1)}{2}$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$m=150,c=4,N=25$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$3750-1200=2550$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A.P.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(average of first and last)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(middle term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these work problems set total work equal to (original strength)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(original days), then confirm that the job is not already finished one day earlier.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increasing geometric progression of positive terms, the sum of the second and sixth terms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product of the third and fifth terms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sum of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91   (B) 96   (C) 78   (D) 84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an increasing geometric progression of positive terms, the sum of the second and sixth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product of the third and fifth terms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sum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91   (B) 96   (C) 78   (D) 84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Geometric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the squared sum by the product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cancels, leaving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the squared sum by the product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$r^2+\frac1{r^2}$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alone.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G.P. be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(1) and divide by (2):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the positive square root: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G.P.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$T_2+T_6=\frac{70}{3}$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$ar+ar^5=\frac{70}{3}$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$ar(1+r^4)=\frac{70}{3}$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$T_3T_5=49$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$ar^2\cdot ar^4=49$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$(ar)^2r^4=49$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 (1) and divide by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$\frac{(1+r^4)^2}{r^4}=\frac{70\times70}{3\times3\times49}=\frac{100}{9}$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Taking the positive square root: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$\frac{1+r^4}{r^2}=\frac{10}{3}$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$r^2+\frac{1}{r^2}=\frac{10}{3}=3+\frac13$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progression is increasing,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progression is increasing,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$r=\sqrt{3}$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$a\sqrt{3}(1+9)=\frac{70}{3}$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$a=\frac{7}{3\sqrt{3}}$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$T_4+T_6+T_8=a(r^3+r^5+r^7)=\frac{7}{3\sqrt{3}}\left(3\sqrt{3}+9\sqrt{3}+27\sqrt{3}\right)=\frac{7}{3\sqrt{3}}\cdot39\sqrt{3}=91$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91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middle term: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express the other terms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middle term: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$T_3T_5=T_4^2$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express the other terms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$T_4r^{j}$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G.P.,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increasing means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G.P.,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$T_3T_5=T_4^2$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$T_4^2=49$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$T_2=\frac{T_4}{r^2}=\frac{7}{r^2}$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$T_6=T_4r^2=7r^2$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$7\left(r^2+\frac1{r^2}\right)=\frac{70}{3}$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$r^2+\frac1{r^2}=\frac{10}{3}\Rightarrow3r^4-10r^2+3=0\Rightarrow(3r^2-1)(r^2-3)=0$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increasing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$T_6=7\cdot3=21$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$T_8=T_4r^4=7\cdot9=63$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$T_4+T_6+T_8=7+21+63=91$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$T_2+T_6=\frac73+21=\frac{70}{3}$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91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G.P. terms equidistant from a middle term multiply to its square: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terms around a centre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symmetric expression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symmetric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has roots in reciprocal pairs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here); the monotonicity statement (increasing or decreasing) selects one of them.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Increasing G.P. of positive terms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a G.P. terms equidistant from a middle term multiply to its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$T_{k-j}T_{k+j}=T_k^2$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$T_3T_5=T_4^2$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immediately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terms around a centre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$T_k r^{\pm 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$T_{k-j}+T_{k+j}=T_k\left(r^j+r^{-j}\right)$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symmetric expression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condition symmetric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has roots in reciprocal pairs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here); the monotonicity statement (increasing or decreasing) selects one of them.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Increasing G.P. of positive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r&gt;1$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sum of the series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5   (C) 15   (D) 20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sum of the series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$\frac{1}{1\cdot(1+d)}+\frac{1}{(1+d)(1+2d)}+\cdots+\frac{1}{(1+9d)(1+10d)}$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10   (B) 5   (C) 15   (D) 20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Telescoping sum (method of differences)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factors differ by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telescope.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factors differ by the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each term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$\frac1d\left(\frac1p-\frac1q\right)$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telescope.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𝑑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$\frac{1}{(1+(r-1)d)(1+rd)}$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$r=1,\ldots,10$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$S=\frac1d\sum_{r=1}^{10}\frac{d}{(1+(r-1)d)(1+rd)}=5$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$d=(1+rd)-(1+(r-1)d)$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$\frac1d\sum_{r=1}^{10}\frac{(1+rd)-(1+(r-1)d)}{(1+(r-1)d)(1+rd)}=5$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$\frac1d\sum_{r=1}^{10}\left[\frac{1}{1+(r-1)d}-\frac{1}{1+rd}\right]=5$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$\frac1d\left[\frac11-\frac1{1+d}+\frac1{1+d}-\frac1{1+2d}+\cdots+\frac1{1+9d}-\frac1{1+10d}\right]=5$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$1-\frac{1}{1+10d}=5d$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$\frac{10d}{1+10d}=5d$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$10=5(1+10d)$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$d=\frac1{10}$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Prove by induction that the 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such terms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solve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Prove by induction that the sum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such terms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$\frac{n}{1+nd}$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solve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$\frac{10}{1+10d}=5$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Claim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 zero denominator).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Claim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$\sum_{k=1}^{n}\frac{1}{(1+(k-1)d)(1+kd)}=\frac{n}{1+nd}$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no zero denominator).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$\frac{1}{1\cdot(1+d)}=\frac{1}{1+d}$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$\frac{n}{1+nd}+\frac{1}{(1+nd)(1+(n+1)d)}=\frac{n(1+(n+1)d)+1}{(1+nd)(1+(n+1)d)}=\frac{(n+1)(1+nd)}{(1+nd)(1+(n+1)d)}=\frac{n+1}{1+(n+1)d}$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series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(Same closed form as telescoping, but proved without partial fractions.)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series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$\frac{10}{1+10d}=5$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$1+10d=2$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$d=\frac1{10}$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$50d=5$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(Same closed form as telescoping, but proved without partial fractions.)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Core step: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consecutive terms: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Remember the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number of terms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end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A.P.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$b_0,b_1,\ldots$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$\sum_{k=1}^{n}\frac{1}{b_{k-1}b_k}=\frac{n}{b_0b_n}$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$b_k=1+\frac k{10}$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$\frac{10}{1\cdot2}=5$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Core step: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$\frac{1}{pq}=\frac{1}{q-p}\left(\frac1p-\frac1q\right)$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$q-p$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consecutive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$\frac{1}{b_kb_{k+1}b_{k+2}}=\frac{1}{2d}\left(\frac{1}{b_kb_{k+1}}-\frac{1}{b_{k+1}b_{k+2}}\right)$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$\frac16=\frac12\left(\frac12-\frac16\right)$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Remember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number of terms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end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$1+10d$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infinite G.P. If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46   (B) 31   (C) 38   (D) 27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$a,ar,ar^2,\ldots$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an infinite G.P.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$\sum_{n=0}^{\infty}ar^n=57$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$\sum_{n=0}^{\infty}a^3r^{3n}=9747$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$a+18r$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: [JEE(Main) April, 2024]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46   (B) 31   (C) 38   (D) 27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infinite G.P.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Cube the first sum and divide by the second: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and only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left.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Cube the first sum and divide by the second: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and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$\frac{1+r+r^2}{(1-r)^2}$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left.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series converges,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G.P. with ratio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Cube (I) and divide by (II):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9747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185193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9747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9747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given value).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the series converges,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$\sum_{n=0}^{\infty}ar^n=\frac{a}{1-r}=57$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$\sum_{n=0}^{\infty}a^3r^{3n}=a^3+a^3r^3+a^3r^6+\cdots$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G.P.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$\frac{a^3}{1-r^3}=9747$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Cube (I) and divide by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$\frac{a^3}{(1-r)^3}\cdot\frac{1-r^3}{a^3}=\frac{57^3}{9747}=\frac{185193}{9747}=19$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$9717$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$9747$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given value).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$\frac{1-r^3}{(1-r)^3}=\frac{1+r+r^2}{(1-r)^2}=19$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$1+r+r^2=19(1-2r+r^2)$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$18r^2-39r+18=0$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$6r^2-13r+6=0$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$(3r-2)(2r-3)=0$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rejected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$a=57(1-r)=57\cdot\frac13=19$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$a+18r=19+18\times\frac23=19+12=31$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to the monotone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test the four options.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Reduce to the monotone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$\frac{r}{(1-r)^2}=6$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test the four options.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options therefore correspond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(A),(B),(C),(D).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cube ratio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negative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one root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a{1-r}=57$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$a=57(1-r)$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$a+18r=57-39r$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options therefore correspond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$r=\frac{11}{39},\frac23,\frac{19}{39},\frac{10}{13}$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(A),(B),(C),(D).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cube ratio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$\frac{1+r+r^2}{(1-r)^2}=19$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$1+r+r^2=(1-r)^2+3r$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$1+\frac{3r}{(1-r)^2}=19$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$g(r)=\frac{r}{(1-r)^2}=6$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strictly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negative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$g(r)=6$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one root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candidates: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(works). Others: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784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39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741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none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 (Rigorous because the root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unique.)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candidates: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$g\left(\frac23\right)=\frac{2/3}{1/9}=6$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(works). Others: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$g\left(\frac{11}{39}\right)=\frac{429}{784}$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$g\left(\frac{19}{39}\right)=\frac{741}{400}$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$g\left(\frac{10}{13}\right)=\frac{130}{9}$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none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$a+18r=31$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 (Rigorous because the root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$g(r)=6$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unique.)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31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then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Powers of the terms again form a G.P., with ratio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ratio is unchanged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appear together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convergence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one.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𝑆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squares: 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$\sum_{n\ge0}ar^n=S$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$\sum_{n\ge0}(ar^n)^k=\frac{a^k}{1-r^k}$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Powers of the terms again form a G.P.,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$\frac{S^3}{S_3}=\frac{1-r^3}{(1-r)^3}=\frac{1+r+r^2}{(1-r)^2}=1+\frac{3r}{(1-r)^2}$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$\frac{19/9}{1/9}=19$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$1+3\cdot\frac23\cdot9=19$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ratio is unchanged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$r\to\frac1r$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appear together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$\frac23,\frac32$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convergence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picks one.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$\frac{S^2}{S_2}=\frac{1+r}{1-r}$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squares: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Q72 – Q77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Marks not printed in the paper: 4 marks each assumed (JEE Advanced default)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Numerical answer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arithmetic progression of positive terms. 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$a_1,a_2,a_3,\ldots$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in an arithmetic progression of positive terms.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$A_k=a_1^2-a_2^2+a_3^2-a_4^2+\cdots+a_{2k-1}^2-a_{2k}^2$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$A_3=-153$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$A_5=-435$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$a_1^2+a_2^2+a_3^2=66$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$a_{17}-A_7$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 and sum of squares of terms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pair gives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pair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$a_{2j-1}^2-a_{2j}^2=-d(a_{2j-1}+a_{2j})$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$A_k=-d(a_1+\cdots+a_{2k})$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common difference.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 (the PDF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(1) from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common difference.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$a_{2j-1}^2-a_{2j}^2=(a_{2j-1}-a_{2j})(a_{2j-1}+a_{2j})=-d(a_{2j-1}+a_{2j})$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$j=1,\ldots,k$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$A_k=-d(a_1+a_2+\cdots+a_{2k})=-d\cdot\frac{2k}{2}\left[2a+(2k-1)d\right]=-kd\left[2a+(2k-1)d\right]$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$A_3=-153$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$153=3d(2a+5d)$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$51=d(2a+5d)$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$A_5=-435$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$435=5d(2a+9d)$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$87=d(2a+9d)$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 (1) from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$36=4d^2$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(1)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allowed (terms are positive).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(1)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(1)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$-3(2a-15)=51$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allowed (terms are positive).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(1)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$3(2a+15)=51$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$1^2+4^2+7^2=66$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$a_{17}=a+16d=1+48=49$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$A_7=-7\cdot3[2+13\cdot3]=-21\cdot41=-861$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$a_{17}-A_7=49-(-861)=910$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constant term,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 it and give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constant term,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$A_3,A_5$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 it and give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expand: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$A_k=-kd[2a+(2k-1)d]$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$A_k=-\left(2d^2k^2+\beta k\right)$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$\beta=d(2a-d)$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$A_3=-153$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$18d^2+3\beta=153$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$6d^2+\beta=51$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$A_5=-435$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$50d^2+5\beta=435$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$10d^2+\beta=87$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$4d^2=36$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$\beta=51-54=-3$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882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(rejected, positive terms).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condition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then only a consistency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$A_7=-(98d^2+7\beta)=-(882-21)=-861$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$\beta=d(2a-d)=-3$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(rejected, positive terms).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$a_{17}=1+16\cdot3=49$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$a_{17}-A_7=49+861=910$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$a_1^2+a_2^2+a_3^2=66$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then only a consistency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$1+16+49=66$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Alternating squares of an A.P.: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zero constant term: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two data points determine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difference of squares in an A.P.,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turn it into a sum of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equations such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the positivity condition on the terms to discard the extra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Alternating squares of an A.P.: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$a_{2j-1}^2-a_{2j}^2=-d(a_{2j-1}+a_{2j})$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$A_k=-dS_{2k}$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$a=1,d=3,k=3$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$S_6=51$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$A_3=-153$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$A_k=-kd[2a+(2k-1)d]$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quadratic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zero constant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$A_k=-2d^2k^2-d(2a-d)k$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two data points determine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difference of squares in an A.P.,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$x^2-y^2=(x-y)(x+y)$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turn it into a sum of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Squared equations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$4d^2=36$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$d=\pm3$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the positivity condition on the terms to discard the extra root.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term of a series be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sum of the first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this series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39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897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first term of a series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$T_r=3T_{r-1}+6^r$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$r=2,3,\ldots,n$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the sum of the first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of this series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$\frac15\left(n^2-12n+39\right)\left(4\cdot6^n-5\cdot3^n+1\right)$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984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Recurrence relation and sum of series (A.P.-G.P. type)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recurrence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so that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into two G.P.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recurrence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$T_r=2\cdot6^r-2\cdot3^r$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into two G.P. sums.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holds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preserved by the recurrence: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$T_2=3\cdot6+6^2=6^2\left(\frac12+1\right)=\frac32\cdot6^2$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$T_3=3T_2+6^3=6^3\left(\frac{3\cdot\frac32\cdot6^2}{6^3}+1\right)=6^3\cdot\frac74$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$T_r=\frac{2^r-1}{2^{r-1}}6^r$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It holds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is preserved by the recurrence: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$3T_{r-1}+6^r=6^r\left[\frac{2^{r-1}-1}{2^{r-1}}+1\right]=6^r\frac{2^r-1}{2^{r-1}}$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$T_r=2\cdot6^r-\frac{6^r}{2^{r-1}}$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$S_n=\left(2\cdot6+2\cdot6^2+\cdots+2\cdot6^n\right)-\left(\frac{6}{2^0}+\frac{6^2}{2^1}+\cdots+\frac{6^n}{2^{n-1}}\right)$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 (G.P.,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bracket: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G.P. with ratio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the given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bracket is positive,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 (G.P.,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$\frac{2\cdot6(6^n-1)}{5}=\frac{12}{5}(6^n-1)$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$\frac{6^r}{2^{r-1}}=6\cdot3^{r-1}$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G.P.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$\frac{6(3^n-1)}{2}=3\cdot3^n-3$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$S_n=\frac{12}{5}6^n-\frac{12}{5}-3\cdot3^n+3=\frac35\left[4\cdot6^n-5\cdot3^n+1\right]$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the 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$S_n=\frac15(n^2-12n+39)(4\cdot6^n-5\cdot3^n+1)$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bracket is positive,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$n^2-12n+39=3$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$n^2-12n+36=0$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$(n-6)^2=0$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linear recurrence by undetermined coefficients: particular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homogeneous part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linear recurrence by undetermined coefficients: particular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$A\cdot6^r$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plus homogeneous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$B\cdot3^r$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homogeneous equation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$T_r=A\cdot6^r$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$T_r=3T_{r-1}+6^r$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$6A=3A+6$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homogeneous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$T_r=3T_{r-1}$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solutions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$B\cdot3^r$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solution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$T_r=2\cdot6^r+B\cdot3^r$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$12+3B=6$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$T_r=2\cdot6^r-2\cdot3^r$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$T_2=72-18=54=3\cdot6+36$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with the given form: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$S_n=2\cdot\frac{6(6^n-1)}{5}-2\cdot\frac{3(3^n-1)}{2}=\frac{12}{5}(6^n-1)-3(3^n-1)=\frac35\left(4\cdot6^n-5\cdot3^n+1\right)$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with the given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$n^2-12n+39=3$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$(n-6)^2=0$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trick: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</m:sSub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telescopes into a G.P.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particular solution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(resonance): e.g.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given sum has the form (polynomial)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(known expression), compare after factoring; cancel only a factor that cannot vanish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$T_r=pT_{r-1}+q^r$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 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$T_r=Aq^r+Bp^r$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$A=\frac{q}{q-p}$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$p=3,q=6$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 trick: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$U_r=\frac{T_r}{p^r}$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$U_r=U_{r-1}+\left(\frac qp\right)^r$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telescopes into a G.P.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particular solution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$rq^r$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(resonance):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$T_r=3T_{r-1}+3^r$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$T_r=(r+c)3^r$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given sum has the form (polynomial)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(known expression), compare after factoring; cancel only a factor that cannot vanish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$4\cdot6^n-5\cdot3^n+1&gt;0$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$S(x)=(1+x)+2(1+x)^2+3(1+x)^3+\cdots+60(1+x)^{60}$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$(60)^2S(60)=a(b)^b+b$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$a,b\in\mathbb{N}$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$(a+b)$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Arithmetico-geometric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arithmetico-geometric series by its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subtract, leaving a G.P. plus one end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the arithmetico-geometric series by its ratio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$(1+x)$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subtract, leaving a G.P. plus one end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a G.P. with ratio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60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60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$S(x)=(1+x)+2(1+x)^2+3(1+x)^3+\cdots+60(1+x)^{60}$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$(1+x)S(x)=1(1+x)^2+2(1+x)^3+\cdots+59(1+x)^{60}+60(1+x)^{61}$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$S(x)\left[1-(1+x)\right]=\left[(1+x)+(1+x)^2+\cdots+(1+x)^{60}\right]-60(1+x)^{61}$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$-xS(x)=\ldots$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a G.P. with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$-xS(x)=\frac{(1+x)\left[(1+x)^{60}-1\right]}{(1+x)-1}-60(1+x)^{61}=\frac{(1+x)\left[(1+x)^{60}-1\right]}{x}-60(1+x)^{61}$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60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$xS(x)=60(1+x)^{61}-\frac{(1+x)\left[(1+x)^{60}-1\right]}{x}$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$x^2S(x)=60x(1+x)^{61}-(1+x)\left[(1+x)^{60}-1\right]$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$(60)^2S(60)=60\times60(61)^{61}-(61)\left[61^{60}-1\right]$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$=3600\cdot61^{61}-61^{61}+61=(3600-1)\cdot61^{61}+61=3599\cdot61^{61}+61$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$ab^b+b$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$a=3599$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$a+b=3660$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3660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differentiate the G.P.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$S=\sum k y^k$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$y=1+x$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differentiate the G.P.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$\frac{y^{61}-y}{y-1}$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nary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60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$S=\sum_{k=1}^{60}ky^k=y\frac{d}{dy}\left(\sum_{k=1}^{60}y^k\right)=y\frac{d}{dy}\left[\frac{y^{61}-y}{y-1}\right]$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$\frac{d}{dy}\left[\frac{y^{61}-y}{y-1}\right]=\frac{(61y^{60}-1)(y-1)-(y^{61}-y)}{(y-1)^2}=\frac{60y^{61}-61y^{60}+1}{(y-1)^2}$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$S=\frac{y\left(60y^{61}-61y^{60}+1\right)}{(y-1)^2}$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3599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3660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$(y-1)^2=3600$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$3600S=61\left(60\cdot61^{61}-61\cdot61^{60}+1\right)=61\left(59\cdot61^{61}+1\right)$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$61\cdot59\cdot61^{61}+61=3599\cdot61^{61}+61$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$59\cdot61=3599$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$a=3599$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$a+b=3660$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3660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Arithmetico-geometric sum: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Method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sum of A.P. term times G.P. term): 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subtract, and the remainder is a G.P. plus one end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Special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a geometric sum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Arithmetico-geometric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$\sum_{k=1}^{N}ky^k=\frac{y\left[Ny^{N+1}-(N+1)y^N+1\right]}{(y-1)^2}$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$y=2,N=3$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$2+8+24=34=2(48-32+1)/1$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Method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ky^k$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(any sum of A.P. term times G.P. term):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subtract, and the remainder is a G.P. plus one end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$N^2S=(N^2-1)(N+1)^{N+1}+(N+1)$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$S=3+2\cdot9=21$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$4\cdot21=84=3\cdot27+3$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Differentiating a geometric sum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multiplying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y^k$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 ky^k$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positive integers be written in the form: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so on. If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contains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for every natural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row in which the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will be, is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799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positive integers be written in the form: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$4,5,6$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$7,8,9,10$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so on. If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contains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numbers for every natural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row in which the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will be, is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8873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Sum of first n natural numbers (triangular numbers)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last number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triangular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last number of row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triangular number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$1+2+\cdots+n=\frac{n(n+1)}{2}$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numbers of the rows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shifted by one place.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shifted copy: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last number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therefore holds the numbers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We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numbers of the rows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$1,3,6,10,\ldots$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$S=1+3+6+10+\cdots+T_{n-1}+T_n$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$S=1+3+6+\cdots+T_{n-1}+T_n$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shifted by one place.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 the shifted copy: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$0=1+2+3+4+\cdots+n-T_n$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last number of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therefore holds the numbers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$T_{n-1}+1,\ldots,T_n$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$T_{n-1}&lt;5310\le 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correct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$T_{102}=\frac{102\cdot103}{2}=5253&lt;5310$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$T_{103}=\frac{103\times104}{2}=5356\ge5310$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$5336$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correct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$5356$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$5253&lt;5310\le5356$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in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quadratic inequality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instead of testing neighbouring rows.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the quadratic inequality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$\frac{k(k+1)}{2}\ge5310$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instead of testing neighbouring rows.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10620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42480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42481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$\frac{(k-1)k}{2}&lt;N\le\frac{k(k+1)}{2}$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$N\le\frac{k(k+1)}{2}\iff k^2+k-10620\ge0\iff k\ge\frac{-1+\sqrt{1+42480}}{2}=\frac{-1+\sqrt{42481}}{2}$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206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42436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42481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42849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42481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206.1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102.55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least integer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Confirm the other side: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57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 of the row,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5253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$206^2=42436&lt;42481&lt;42849=207^2$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$\sqrt{42481}\approx206.1$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$k\ge102.55$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least integer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Confirm the other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$\frac{102\cdot103}{2}=5253&lt;5310$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(it is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$57^{th}$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number of the row,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$5310-5253=57$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Triangular arrangement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begins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row containing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d>
                      <m:dPr>
                        <m:begChr m:val="⌈"/>
                        <m:sepChr m:val=""/>
                        <m:endChr m:val="⌉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5310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102.55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row sum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estimate: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10620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103.05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check the two neighbouring triangular numbers.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Triangular arrangement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$1;2,3;4,5,6;\ldots$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ends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$T_n=\frac{n(n+1)}{2}$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begins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$T_{n-1}+1$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row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$\left\lceil\frac{-1+\sqrt{1+8N}}{2}\right\rceil$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$\frac{-1+9}{2}=4$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$N=5310$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$102.55\to103$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row sum of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$\frac{n(n^2+1)}{2}$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$7+8+9+10=34=\frac{4\cdot17}{2}$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estimate: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$k\approx\sqrt{2N}$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$\sqrt{10620}\approx103.05$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then check the two neighbouring triangular numbers.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arithmetic progression is written in the following way: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so on. The sum of all the terms of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is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081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arithmetic progression is written in the following way: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$5,8$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$11,14,17$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$20,23,26,29$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so on. The sum of all the terms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$10^{th}$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row is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168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Arithmetic progression and difference-method sum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terms of the rows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have A.P.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they follow a quadratic in the row number.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first terms of the rows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$2,5,11,20,\ldots$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have A.P. differences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$3,6,9$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they follow a quadratic in the row number.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Look at the first term of each row: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Their successive differences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first term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Look at the first term of each row: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$2,5,11,20,\ldots$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Their successive differences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$3,6,9,\ldots$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an A.P.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first term of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quadratic: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$T_n=an^2+bn+c$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$T_1=a+b+c=2$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$T_2=4a+2b+c=5$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$T_3=9a+3b+c=11$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$3a+b=3$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$5a+b=6$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$T_n=\frac32n^2-\frac{3n}{2}+2=\frac{3n^2-3n+4}{2}$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$T_{10}=\frac{3\times100-3\times10+4}{2}=\frac{274}{2}=137$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$137,140,143,\ldots$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$S_{10}=\frac{10}{2}\left[2\times137+(10-1)\times3\right]=5(274+27)=5\times301=1505$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1505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Index the whole progression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block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Index the whole progression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$a_j=3j-1$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row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block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$a_{46},\ldots,a_{55}$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after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$1+2+\cdots+9=45$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one A.P.: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so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consists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47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$2,5,8,11,\ldots$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 one A.P.: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$a_j=2+3(j-1)=3j-1$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$1+2+\cdots+9=45$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so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consists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$a_{46},a_{47},\ldots,a_{55}$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last term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(10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Cross-check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quadratic: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$a_{46}=3\cdot46-1=137$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$a_{55}=3\cdot55-1=164$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(10 terms).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$=\frac{10}{2}(137+164)=5\cdot301=1505$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Cross-check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the quadratic: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1505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A.P.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written in rows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starts at index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first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first term.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sequence has a constant second difference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is a quadratic: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determine a quadratic, so three data values are enough to fit it, but check the fourth (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A.P.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$a+(j-1)d$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written in rows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$1,2,3,\ldots$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terms,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starts at index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$\frac{(n-1)n}{2}+1$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first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$a+\frac{n(n-1)}{2}d$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$2+45\cdot3=137$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$=n\cdot T_n+d\frac{n(n-1)}{2}$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its first term.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$10\cdot137+3\cdot45=1505$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 sequence has a constant second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it is a quadratic: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$T_n=T_1+(n-1)\Delta+\binom{n-1}{2}\Delta^2$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$\Delta=3,\Delta^2=3$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$2+27+36\cdot3=137$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Three points determine a quadratic, so three data values are enough to fit it, but check the fourth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$T_4=20$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$\left(\frac{1}{\alpha+1}+\frac{1}{\alpha+2}+\cdots+\frac{1}{\alpha+1012}\right)-\left(\frac{1}{2\cdot1}+\frac{1}{4\cdot3}+\frac{1}{6\cdot5}+\cdots+\frac{1}{2024\cdot2023}\right)=\frac{1}{2024}$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 [JEE(Main) April, 2024]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Method of differences and harmonic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alternating harmonic sum equals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$\frac{1}{2k(2k-1)}=\frac1{2k-1}-\frac1{2k}$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alternating harmonic sum equals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$H_{2n}-H_n=\frac1{n+1}+\cdots+\frac1{2n}$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odd and even denominators: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and subtract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complete the full harmonic sum.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$Z=\frac1{2\cdot1}+\frac1{4\cdot3}+\cdots+\frac1{2024\cdot2023}$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$\frac{1}{2k(2k-1)}=\frac1{2k-1}-\frac1{2k}$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$Z=1-\frac12+\frac13-\frac14+\cdots+\frac1{2023}-\frac1{2024}$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odd and even denominators: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$Z=\left(1+\frac13+\cdots+\frac1{2023}\right)-\left(\frac12+\frac14+\cdots+\frac1{2024}\right)=\left(1+\frac13+\cdots+\frac1{2023}\right)-\frac12\left(1+\frac12+\cdots+\frac1{1012}\right)$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and subtract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$\left(\frac12+\frac14+\cdots+\frac1{2024}\right)=\frac12\left(1+\frac12+\cdots+\frac1{1012}\right)$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complete the full harmonic sum.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printed indices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typos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using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$Z=\left(1+\frac12+\frac13+\cdots+\frac1{2024}\right)-\left(1+\frac12+\frac13+\cdots+\frac1{1012}\right)$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printed indices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typos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$Z=\frac1{1013}+\frac1{1014}+\cdots+\frac1{2024}$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$\frac{2}{2024}=\frac1{1012}$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$Z=\frac1{1012}+\frac1{1013}+\cdots+\frac1{2023}-\frac1{2024}$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says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the two sums, each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$\sum_{j=1}^{1012}\frac1{\alpha+j}=Z+\frac1{2024}=\frac1{1012}+\frac1{1013}+\cdots+\frac1{2023}$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the two sums, each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$\alpha+1=1012$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$\alpha+1012=2023$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Prove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induction, then match the two sums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Prove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$\sum_{k=1}^{n}\frac1{2k(2k-1)}=\frac1{n+1}+\cdots+\frac1{2n}$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induction, then match the two sums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Claim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Step: the left side grows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right side changes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Claim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$\sum_{k=1}^{n}\frac{1}{2k(2k-1)}=\frac1{n+1}+\frac1{n+2}+\cdots+\frac1{2n}$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Step: the left side grows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$\frac{1}{(2n+2)(2n+1)}$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right side changes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$\frac1{2n+1}+\frac1{2n+2}-\frac1{n+1}=\frac1{2n+1}-\frac1{2n+2}=\frac1{(2n+1)(2n+2)}$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Equal,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$C(n)$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$Z=\frac1{1013}+\cdots+\frac1{2024}$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gives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strictly decreases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increases, so the match is unique: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$\sum_{j=1}^{1012}\frac1{\alpha+j}=\frac1{1013}+\cdots+\frac1{2023}+\frac{2}{2024}=\frac1{1012}+\frac1{1013}+\cdots+\frac1{2023}$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left side strictly decreases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increases, so the match is unique: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$\alpha+1=1012$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$\alpha=1011$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1011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Equivalently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same value,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Even-denominator harmonic sum: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odd part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reciprocals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strictly decreases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matching two such blocks of equal length gives a unique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merge an end term.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$1-\frac12+\frac13-\cdots-\frac1{2n}=\frac1{n+1}+\cdots+\frac1{2n}=H_{2n}-H_n$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$1-\frac12+\frac13-\frac14=\frac7{12}=\frac13+\frac14$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$\sum_{k=1}^{n}\frac1{2k(2k-1)}$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the same value,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$\frac{1}{2k(2k-1)}=\frac1{2k-1}-\frac1{2k}$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Even-denominator harmonic sum: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$\frac12+\frac14+\cdots+\frac1{2n}=\frac12H_n$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odd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$H_{2n}-\frac12H_n$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reciprocals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$\sum_{j=1}^{m}\frac1{\alpha+j}$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strictly decreases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matching two such blocks of equal length gives a unique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$\frac{2}{2N}=\frac1N$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merge an end term.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4160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1.95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18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45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14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0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77 questions, 308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Sequence &amp; Progression Sheet FCopy JM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1.95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