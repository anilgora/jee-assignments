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  <c:pt idx="8">
                  <c:v>3.0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variance as '(8^2+21^2+...+320^2)/13 - 164^2' with denominator 13; the divisor must be n = 25 (with 13 the value is 68623 - 164^2, not 8788). Also the PDF gives the answer 8788 without evaluating the sum of squares; the value 892100 (so that sum/25 - 164^2 = 8788) was added and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Algebra 19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Statistics (Q361–Q372)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Marks obtained by all the students of class 12 are presented in a frequency distribution with classes of equal width. Let the median of this grouped data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median class interval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median class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 of students whose marks are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total number of students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Marks obtained by all the students of class 12 are presented in a frequency distribution with classes of equal width. Let the median of this grouped data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median class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$12\text{-}18$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median class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 of students whose marks are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total number of students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Median of grouped data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median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of one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$M=l+\frac{N/2-C}{f}h$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of one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$M=l+\left(\frac{\frac N2-C}{f}\right)h$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$14=12+\frac{\frac N2-18}{12}\times6$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 N2-18}{2}=2$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N2-18=4$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of grouped data: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cumulative frequency before the median class; it is linear interpolation inside the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the cumulative frequencies to locate the median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cumulative range of class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class is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of grouped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$M=l+\frac{N/2-C}{f}h$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cumulative frequency before the median class; it is linear interpolation inside the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the cumulative frequencies to locate the median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$N/2=22$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$(18,30]$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cumulative range of 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$12\text{-}18$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$18+12=30$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class is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statistical data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a student obtained the mean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 later found that he had noted two values in the data incorrectly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instead of the correct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 variance of the corrected data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statistical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$x_1,x_2,\ldots,x_{10}$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a student obtained the mean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$\sum_{i=1}^{10}x_i^2=371$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 later found that he had noted two values in the data incorrectly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instead of the correct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 variance of the corrected data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of data with corrected observations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Correct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removing the wrong values and adding the right ones,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Correct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removing the wrong values and adding the right ones,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$\sigma^2=\frac{\sum x^2}{n}-\bar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other eight values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Corrected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other eight values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$x_1,\ldots,x_8$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$x_1+\cdots+x_8+4+5=55$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$x_1^2+\cdots+x_8^2+4^2+5^2=371$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Corrected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$=\frac{x_1+\cdots+x_8+6+8}{10}=\frac{55-9+6+8}{10}=6$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$\sigma^2+\bar x^2=\frac1n\sum x_i^2$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$\sigma^2+6^2=\frac1{10}\left(371-4^2-5^2+6^2+8^2\right)$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$=\frac1{10}(471-41)=\frac{430}{10}=43$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$\sigma^2=43-36=7$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the new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variance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the new mean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the new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variance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$\frac1n\sum(x_i-6)^2$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the new mean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new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sum of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x=55-9+14=60$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new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sum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x^2=371-16-25+36+64=430$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$\sigma^2=\frac1{10}\sum(x_i-6)^2$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$\sum(x_i-6)^2=\sum x_i^2-12\sum x_i+10\cdot36=430-720+360=70$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$\sigma^2=\frac{70}{10}=7$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Correcting data: update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by the difference of the old and new values; never recompute from scratch.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term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Correcting data: update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by the difference of the old and new values; never recompute from scratch.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$\sigma^2=\frac1n\sum(x_i-a)^2-(\bar x-a)^2$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term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$\sum(x-6)^2=70$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$\frac{430}{10}-36$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ten observations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variance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mean and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$x_1,x_2,\ldots,x_{10}$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ten observations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$\sum_{i=1}^{10}(x_i-2)=30$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$\sum_{i=1}^{10}(x_i-\beta)^2=98$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variance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mean and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$2(x_1-1)+4\beta,\ 2(x_2-1)+4\beta,\ldots,2(x_{10}-1)+4\beta$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$\frac{\beta\mu}{\sigma^2}$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under a linear transformation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variance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quadratic, only the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allowed); the new data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$\sum(x_i-\beta)^2$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variance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quadratic, only the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allowed); the new data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$2x+(4\beta-2)$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$\sum(x_i-2)=30$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x_i-20=30$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$\sum(x_i-\beta)^2=98$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x_i^2+10\beta^2-2\beta\cdot50=98$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x_i^2=98-10\beta^2+100\beta$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x_i^2}{10}-\left(\frac{50}{10}\right)^2=\frac45$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$\frac{98-10\beta^2+100\beta}{10}-25=\frac45$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$\beta^2-10\beta+16=0$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data: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(variance is multiplied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shift does not change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$2x_i-2+32=2x_i+30$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$\mu=\frac{\sum(2x_i+30)}{10}=2\times5+30=40$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$\sigma^2=\frac{\sum(2x_i+30)^2}{10}-40^2=4\cdot\frac45=\frac{16}{5}$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(variance is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shift does not change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$\frac{\beta\mu}{\sigma^2}=\frac{8\times40}{16/5}=100$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$\sum(x_i-\beta)^2=n\sigma^2+n(\bar x-\beta)^2$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$\sum(x_i-\beta)^2=10\sigma^2+10(\bar x-\beta)^2=8+10(5-\beta)^2$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$(\beta-5)^2=9$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$\sigma^2=4\cdot\frac45=\frac{16}5$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$\frac{\beta\mu}{\sigma^2}=\frac{320}{16/5}=100$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squares about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 is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selects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$\sum(x_i-a)^2=n\sigma^2+n(\bar x-a)^2$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squares about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y=p\bar 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$\sigma_y^2=p^2\sigma_x^2$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 is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$8+90=98$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selects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23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frequency distribution of the age of students in a class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is given below: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No. of students: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deviation about the median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23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frequency distribution of the age of students in a class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is given below: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$15,16,17,18,19,20$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No. of students: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$5,8,5,12,x,y$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deviation about the median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510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deviation about the median for a frequency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cumulative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passes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median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cumulative frequency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passes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$N/2=20$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median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whatever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Cumulative frequencies: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cumulative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median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Cumulative frequencies: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$5,13,18,30,30+x,30+x+y$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$N=\sum f_i=30+x+y=40$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cumulative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$(18,30]$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median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f_i|x_i-18|=15+16+5+0+x+2y=36+x+2y$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$=\frac{\sum f_i|x_i-18|}{\sum f_i}=\frac{36+x+2y}{40}=1.25$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$36+x+2y=50$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$4x+5y=24+20=44$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total absolute deviation: each of the last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students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extra above the base total fixes how many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total absolute deviation: each of the last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students adds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extra above the base total fixes how many add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(cumulative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total absolute deviation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Students aged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contribute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(cumulative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$30\ge20$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total absolute deviation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$1.25\times40=50$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Students aged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$15,16,17,18$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$15+16+5+0=36$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contribute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$50-36=14$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are aged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$14-10=4$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are aged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$4x+5y=24+20=44$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median needs the median first; locate it with the cumulative frequency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the median is a data value, the deviations are small integers, so the unknown frequencies are fixed by a counting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over all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median.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median needs the median first; locate it with the cumulative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N/2$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the median is a data value, the deviations are small integers, so the unknown frequencies are fixed by a counting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f_i|x_i-M|$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over all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median.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variance of the frequency distribution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variance of the frequency distribution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 c,2c,3c,4c,5c,6c$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 2,1,1,1,1,1$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Variance of a frequency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Scaling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scales the variance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Scaling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scales the variance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$c^2\cdot\frac{160}{49}=160$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f_ix_i^2}{\sum f_i}-\left(\frac{\sum f_ix_i}{\sum f_i}\right)^2=160$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$\frac{c^2(2+4+9+16+25+36)}{7}-\left(\frac{c(2+2+3+4+5+6)}{7}\right)^2=160$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$c^2\cdot\frac{92}{7}-c^2\left(\frac{22}{7}\right)^2=160$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$\frac{c^2}{49}\left(92\times7-4\times121\right)=160$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$\frac{c^2}{49}\times160=160$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assumed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(deviations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compute the variance of the base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once, then scale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assumed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(deviations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$d=x/c-3$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compute the variance of the base data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$1,\ldots,6$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once, then scale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$u=x/c$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$2,1,1,1,1,1$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$\sigma_x^2=c^2\sigma_u^2$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$d=u-3$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$-2,-1,0,1,2,3$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fd=-4-1+0+1+2+3=1$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fd^2=8+1+0+1+4+9=23$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$\sigma_u^2=\frac{23}{7}-\left(\frac17\right)^2=\frac{161-1}{49}=\frac{160}{49}$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$c^2\cdot\frac{160}{49}=160$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the variance of the 'unit' data once and rescale.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Assumed-mean method: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mean keeps numbers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base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$\sigma^2(cX)=c^2\sigma^2(X)$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the variance of the 'unit' data once and rescale.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Assumed-mean method: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fd^2}{\sum f}-\left(\frac{\sum fd}{\sum f}\right)^2$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mean keeps numbers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base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$\frac{160}{49}\approx3.27$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standard deviation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$a_1,a_2,\ldots,a_{10}$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$\sum_{k=1}^{10}a_k=50$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$\sum_{\forall k&lt;j}a_ka_j=1100$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standard deviation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$a_1,\ldots,a_{10}$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Standard deviation from sum and sum of pairwise products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pair sum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$\left(\sum a_k\right)^2=\sum a_k^2+2\sum_{k&lt;j}a_ka_j$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pair sum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a_k^2$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a_k=50$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$=\frac{\sum a_i^2}{n}-\mu^2$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$(a_1+a_2+\cdots+a_{10})^2=\sum a_i^2+2\sum_{k&lt;j}a_ka_j$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$(50)^2=\sum a_i^2+2(1100)$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a_i^2=2500-2200=300$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$=\frac{300}{10}-25=5$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variance through pairwise differences,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never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variance through pairwise differences,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$\sum_{k&lt;j}(a_k-a_j)^2=(n-1)S^2-2nP$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never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$\sum_{k&lt;j}(a_k-a_j)^2=(n-1)\sum a^2-2P$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$P=\sum_{k&lt;j}a_ka_j$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a^2=S^2-2P$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$\sum_{k&lt;j}(a_k-a_j)^2=(n-1)S^2-2nP=9(2500)-20(1100)=500$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$\sigma^2=\frac1{n^2}\sum_{k&lt;j}(a_k-a_j)^2=\frac{500}{100}=5$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and the sum of pairwise products fix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variance is the mean squared pairwise difference over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ordered pairs, with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$S^2=\sum a^2+2P$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and the sum of pairwise products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$\sigma^2=\frac1{n^2}\sum_{k&lt;j}(a_k-a_j)^2$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variance is the mean squared pairwise difference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ordered pairs, with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$\sigma^2=\frac{(36-22)}{3}-4=\frac23$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$\frac{1}{9}(1+4+1)=\frac23$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and variance of five observations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the mean of the first four observations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variance of the first four observations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and variance of five observations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the mean of the first four observations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variance of the first four observations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$\frac{105}{4}$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Variance of a subset of observations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the mean and variance of all five,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recompute the variance of four.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the mean and variance of all five,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$\sum_{i\le4}x_i^2$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recompute the variance of four.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$\frac{x_1+\cdots+x_5}{5}=\frac{24}{5}$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$x_1+\cdots+x_5=24$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$\frac{x_1+x_2+x_3+x_4}{4}=\frac72$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$x_1+\cdots+x_4=14$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$\frac{\sum_{i=1}^5x_i^2}{5}-\left(\frac{24}{5}\right)^2=\frac{194}{25}$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x_i^2}{5}=\frac{576}{25}+\frac{194}{25}=\frac{770}{25}$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$\sum_{i=1}^5x_i^2=154$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the first four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ff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$x_1^2+x_2^2+x_3^2+x_4^2=154-10^2=54$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the first four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$=\frac{\sum_{i=1}^4x_i^2}{4}-\left(\frac{\sum_{i=1}^4x_i}{4}\right)^2=\frac{54}{4}-\frac{49}{4}=\frac54$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combined-variance formula for the groups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combined-variance formula for the groups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$\{x_1..x_4\}$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$\{x_5\}$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(unknown);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overall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of group means from overall mean: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(unknown);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$x_5=24-14=10$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overall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of group means from overall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$d_1=\frac72-\frac{24}5=-\frac{13}{10}$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$d_2=10-\frac{24}5=\frac{26}5$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$5\cdot\frac{194}{25}=4s^2+4\cdot\frac{169}{100}+1\cdot\frac{676}{25}$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$\frac{194}5=4s^2+\frac{169}{25}+\frac{676}{25}$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$\frac{970}{25}-\frac{845}{25}=\frac{125}{25}=5=4s^2$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(within-group plus between-group).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one observation: from the two sums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recover its value and the new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valid first four.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$n\sigma^2=\sum n_i\sigma_i^2+\sum n_id_i^2$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(within-group plus between-group).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one observation: from the two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recover its value and the new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valid first four.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median of the following frequency distribution: class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median of the following frequency distribution: 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$0\text{-}4,4\text{-}8,8\text{-}12,12\text{-}16,16\text{-}20$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$3,9,10,8,6$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Median of grouped data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falls in the third class (cumulative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interpolate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$N/2=18$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falls in the third class (cumulative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$12&lt;18\le22$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interpolate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Cumulative frequencies: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median class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Cumulative frequencies: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$3,12,22,30,36$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median class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$8\text{-}12$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$M=l+\left(\frac{\frac N2-C}{f}\right)h=8+\frac{18-12}{10}\times4$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$M=8+2.4=10.4$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$20M=208$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median class is the first class whose cumulative frequency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class widths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used as written.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median class requires.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median class is the first class whose cumulative frequency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N/2$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class widths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$M=l+\frac{N/2-C}{f}h$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used as written.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$[8,12]$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median class requires.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median and the mean deviation about the median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mean deviation about the mean of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median and the mean deviation about the median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$170,125,230,190,210,a,b$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mean deviation about the mean of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deviation about the median and about the mean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it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known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Median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$190,210,230$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it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$a,b\le170$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$|x-170|$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known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median is the 4th term,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median: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$125,a,b,170,190,210,230$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median is the 4th term,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$a,b\le170$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median: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$\frac{(170-125)+(170-a)+(170-b)+0+(190-170)+(210-170)+(230-170)}{7}=\frac{205}{7}$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$45+340-a-b+20+40+60=205$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x=\frac{a+b+125+170+190+210+230}{7}=\frac{1225}{7}=175$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$=\frac{|175-125|+|175-a|+|175-b|+|175-170|+|190-175|+|210-175|+|230-175|}{7}$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$a,b\le170&lt;175$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$=\frac{50+(350-300)+5+15+35+55}{7}=\frac{210}{7}=30$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853184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sum of absolute deviations about a centre equals (sum of upper half) minus (sum of lower half) when the centre separates them; likewise about the mean the positive and negative deviations balance.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About 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three values above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below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median itself deviates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their deviations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About the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three values above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$190,210,230$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below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median itself deviates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$\sum|x-170|=(190+210+230)-(125+a+b)=630-125-a-b=205$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$=\frac{1225}{7}=175$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$190,210,230$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$a,b\le170$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their deviations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$630-3(175)=105$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and negative deviations about the mean cancel, so the negative ones also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mean deviation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and negative deviations about the mean cancel, so the negative ones also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$\sum|x-\bar x|=2\times105=210$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mean deviation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$\frac{210}{7}=30$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median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(𝑠𝑢𝑚 𝑜𝑓 𝑢𝑝𝑝𝑒𝑟 ℎ𝑎𝑙𝑓)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(𝑠𝑢𝑚 𝑜𝑓 𝑙𝑜𝑤𝑒𝑟 ℎ𝑎𝑙𝑓)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About the mean,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positive deviations).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Position of the median fixes the sign pattern: here the three given values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either exceeded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median would change).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$=\frac{\text{(sum of upper half)}-\text{(sum of lower half)}}{n}$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About the mean,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$\sum(x-\bar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$\sum|x-\bar x|=2\times$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positive deviations).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Position of the median fixes the sign pattern: here the three given values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$a,b\le170$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either exceeded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median would change).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integers. Let the mean and the variance of the observations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$x_1,\ldots,x_{10}$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$\sum_{i=1}^{10}(x_i-\alpha)=2$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$\sum_{i=1}^{10}(x_i-\beta)^2=40$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integers. Let the mean and the variance of the observations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with parameters in sums of deviations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variance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condition then determines one parameter.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variance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condition then determines one parameter.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x_i}{10}=\frac65$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x_i^2}{10}-\left(\frac65\right)^2=\frac{84}{25}$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$\sum(x_i-\alpha)=2$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x_i-10\alpha=2$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$12-10\alpha=2$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$\sum(x_i^2-2x_i\beta+\beta^2)=40$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x_i^2-2\beta\sum x_i+10\beta^2=40$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$48-2\beta(12)+10\beta^2=40$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$10\beta^2-24\beta+8=0$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$5\beta^2-12\beta+4=0$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$(\beta-2)(5\beta-2)=0$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$\sum(x_i-a)=n(\bar x-a)$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$\sum(x_i-a)^2=n\sigma^2+n(\bar x-a)^2$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positive integer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$\sum(x_i-\alpha)=10\left(\frac65-\alpha\right)=2$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$\frac65-\alpha=\frac15$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$\sum(x_i-\beta)^2=10\cdot\frac{84}{25}+10\left(\frac65-\beta\right)^2=40$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$\left(\beta-\frac65\right)^2=4-\frac{84}{25}=\frac{16}{25}$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$\beta-\frac65=\pm\frac45$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positive integer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conditions like this give two roots symmetric about the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something); the integer/positivity condition picks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$\sum(x_i-a)=n(\bar 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$\sum(x_i-a)^2=n\left[\sigma^2+(\bar x-a)^2\right]$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conditions like this give two roots symmetric about the mean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something); the integer/positivity condition picks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$\frac65=\bar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variance of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variance of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$8,21,34,47,\ldots,320$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Variance of an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numbers form an AP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variance has a closed form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numbers form an AP with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variance has a closed form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are in AP: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the sum of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892100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are in AP: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$8+(n-1)13=320$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$13n=325$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$\mu=\frac{\sum x_i}{n}=\frac{\frac{25}{2}(8+320)}{25}=164$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x_i^2}{n}-\mu^2=\frac{8^2+21^2+\cdots+320^2}{25}-164^2$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the sum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x_i^2=25(8788+164^2)=892100$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$\sigma^2=8788$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8788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$8788$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variance of an AP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data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shifted.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variance of an AP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$\sigma^2=\frac{d^2(n^2-1)}{12}$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data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$1,2,\ldots,n$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shifted.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does not change variance; scaling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it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$13k-5$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$k=1,\ldots,25$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$13\times(1,2,\ldots,25)$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does not change variance; scaling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it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$1,2,\ldots,n$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$\frac{n^2-1}{12}=\frac{625-1}{12}=52$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$\sigma^2=169\times52=8788$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8788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$8788$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an AP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an AP is the average of the first and last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$1,2,\ldots,n$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$\frac{n^2-1}{12}$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an AP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$\sigma^2=\frac{d^2(n^2-1)}{12}$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an AP is the average of the first and last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$\frac23=\frac{9-1}{12}$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mean, the mean deviation about the mean and the variance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mean, the mean deviation about the mean and the variance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$9,25,a,b,c$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Mean, mean deviation and variance with natural-number unknowns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deviations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the pattern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deviations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$18-a,18-b,18-c$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$\sum|d|=4$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d^2=6$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the pattern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$\{1,1,4\}$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squares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$\frac{9+25+a+b+c}{5}=18$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$\frac{\sum|x_i-\bar x|}{5}=4$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$9+7+|18-a|+|18-b|+|18-c|=20$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$|18-a|+|18-b|+|18-c|=4$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$\frac{81+49+(18-a)^2+(18-b)^2+(18-c)^2}{5}=\frac{136}{5}$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$(18-a)^2+(18-b)^2+(18-c)^2=6$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squares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$(18-a)^2=1$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$(18-b)^2=1$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$(18-c)^2=4$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$17+19+20=56$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$2a+b-c=34+19-20=33$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Deviations about the mean cancel: positive total equals negative total, which fixes the signs without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listing triples.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Deviations about the mean cancel: positive total equals negative total, which fixes the signs without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$a+b+c=56$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listing triples.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known values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deviations balance negative ones, so each side totals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negative deviations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known values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$\sum|d|=5\times4=20$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deviations balance negative ones, so each side totals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negative deviations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$10-7=3$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value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other two are positive,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value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other two are positive,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$d=-1,+1,+2$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$2a+b-c=33$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About the mean,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and negative deviations have equal totals, each equal to half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deviations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restrict the possible deviation patterns sharply.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deviations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squares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About the mean,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$\sum(x-\bar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and negative deviations have equal totals, each equal to half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$\sum|x-\bar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deviations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$d^2\ge|d|$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restrict the possible deviation patterns sharply.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$9,25,17,19,20$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deviations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$9,7,1,1,2$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squares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12 questions, 48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Algebra 19 Statistics (Q361–Q372)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