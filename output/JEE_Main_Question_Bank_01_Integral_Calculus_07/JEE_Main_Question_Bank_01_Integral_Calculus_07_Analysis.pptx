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1.0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'y(2) = 2(1 + sin 2) - 2 sin 2 = 2' does not follow from its own antiderivative: at x = 2 the two brackets give 2(-cos 2 + sin 2) and 2 cos 2 - 2 sin 2, which add to 0, so y(2) = 0 + C = 2. The answer (C) is right; the evaluation line was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'dt/dx - 1 = 2x(t)^3 - xt'; since dy/dx = 2xt^3 - xt - 1 and dy/dx = dt/dx - 1, the correct line is dt/dx = 2xt^3 - xt (the -1 cancels). The next PDF line dt/(2t^3 - t) = x dx and all later working are correct, and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says 'alpha &gt; 0 but alpha = -3' and does not rule out alpha &lt; 0. A step covering alpha &lt; 0 (c e^{alpha x} unbounded unless c = 0, then f constant = 2, limit 2 not 1) was added. The conclusion (Bonus)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differentiates the numerator wrongly: it prints '(2 + f(x) - x^2 f'(t))/1' and writes the limit as x -&gt; infinity. The derivative of t^2 f(x) with respect to t is 2t f(x), and the limit is t -&gt; x, giving 2x f(x) - x^2 f'(x) = 1. The rest of the PDF working (from 2xy - x^2 dy/dx = 1 on) is correct and the answer 24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'(8+16-64/6)-(2-8+8/6) = 30 - 12' does not follow: the two brackets are 40/3 and -14/3, not 30 and 12 (the printed values coincidentally subtract to 18). Replaced by the correct evaluation 40/3 + 14/3 = 18; the answer 18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07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121–140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if only the correct option is chosen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x\,dy+\{2(1-x)\tan x+x(2-x)\}dx=0$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$2\{\sin 2+1\}$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$2\{1-\sin 2\}$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variable separable form and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$2(x-1)\sin x+(x^2-2x)\cos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$(x^2-2x)\sin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$dy=-\frac{2(1-x)\tan x+x(2-x)}{\sec x}dx=\frac{2(x-1)\tan x+x(x-2)}{\sec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dy=\int\left\{2(x-1)\sin x+(x^2-2x)\cos x\right\}dx$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$\int(x-1)\sin x\,dx=(x-1)(-\cos x)-(1)(-\sin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$2\left[-(x-1)\cos x+\sin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$\int(x^2-2x)\cos x\,dx=(x^2-2x)\sin x-(2x-2)(-\cos x)+2(-\sin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$y=(x^2-2x)\sin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$y=(x^2-2x)\sin 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$y(2)=0\cdot\sin2+2=2$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integrand as the product-rule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by parts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integrand as the product-rule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$\frac{d}{dx}\left[(x^2-2x)\sin x\right]$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integration by parts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bracket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$dy=\{2(x-1)\sin x+(x^2-2x)\cos x\}dx$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$g'(x)=2x-2=2(x-1)$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$g'\sin x+g\cos x=\frac{d}{dx}\left(g\sin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$y=(x^2-2x)\sin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integrand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integration: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polynomial factor vanishes at the required point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integrand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$g'(x)\sin x+g(x)\cos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$\frac{d}{dx}(g\sin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$g'\cos x-g\sin x=\frac{d}{dx}(g\cos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Tabular integration: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p(x)\cos x\,dx=p\sin x+p'\cos x-p''\sin x-\cdots$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$(x^2-2x)\sin x+(2x-2)\cos x-2\sin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polynomial factor vanishes at the required 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the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$\frac{dy}{dx}=\frac{\tan x+y}{\sin x(\sec x-\sin x\tan 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$\sqrt3\left(2+\log_e\sqrt3\right)$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$\frac{\sqrt3}{2}\left(2+\log_e3\right)$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$\sqrt3\left(2+\log_e3\right)$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$\sqrt3\left(1+2\log_e3\right)$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Trigonometric identities and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x(\sec x-\sin x\tan x)=\sin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linear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$\frac{dy}{dx}=\frac{\sin x+y\cos x}{\sin x(1-\sin^2x)}$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$=\sin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$\frac{dy}{dx}=\sec^2x+y\cdot2\csc2x$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$\frac{dy}{dx}-2\csc(2x)\,y=\sec^2x$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$=e^{\int-2\csc2x\,dx}$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$=-\int\csc t\,dt=-\ln\left|\tan\frac t2\right|=-\ln|\tan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$=\frac{1}{|\tan 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$y\cdot\frac{1}{|\tan x|}=\int\sec^2x\cdot\frac{1}{|\tan x|}dx+c$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$=\int\frac{dt}{|t|}+c=\ln|t|+c$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$y=|\tan x|\left(\ln|\tan x|+c\right)$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$2=\ln1+c$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$y=|\tan x|\left(\ln|\tan x|+2\right)$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$y\left(\frac\pi3\right)=\sqrt3\left(\ln\sqrt3+2\right)$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$\sqrt3\left(2+\log_e\sqrt3\right)$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independent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the homogeneous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independent variable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the homogeneous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$\frac{dy}{dt}=1+\frac yt$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as before: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as before: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$\frac{dy}{dx}=\frac{\tan x+y}{\sin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x=\frac{t}{1+t^2}$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$\frac{dy}{dx}=(1+t^2)\frac{dy}{dt}$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$(1+t^2)\frac{dy}{dt}=\frac{(t+y)(1+t^2)}{t}$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$\frac{dy}{dt}=1+\frac yt$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$t\frac{dv}{dt}+v=1+v$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$v=\ln 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$y=t(\ln t+c)$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$y=\sqrt3(\ln\sqrt3+2)$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$\sqrt3\left(2+\log_e\sqrt3\right)$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whose coefficients are functions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becomes algebraic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I.F.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modulus signs can be dropped.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x=\frac{t}{1+t^2}$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whose coefficients are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becomes algebraic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$\int\csc t\,dt=\ln\left|\tan\frac t2\right|+C$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$\int2\csc2x\,dx=\ln|\tan x|+C$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I.F.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$y'-2\csc2x\,y$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$\frac{dy}{dt}=\frac yt+h(t)\ \Rightarrow\ y=t\int\frac{h(t)}{t}dt$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$y=t\ln t+ct$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modulus signs can be dropped.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curve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$y\frac{dx}{dy}=x\left(\log_ex-\log_ey+1\right)$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$x&gt;0,\ 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yx\right|=y^2$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yx\right|=x$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$2\left|\log_e\frac xy\right|=y+1$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$\left|\log_e\frac xy\right|=y$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$\frac{dx}{dy}$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$y\frac{dx}{dy}=x(\ln x-\ln 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$\frac{dx}{dy}=\frac xy\left(\ln\frac xy+1\right)$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$\frac{dx}{dy}=v+y\frac{dv}{dy}$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$v+y\frac{dv}{dy}=v\ln v+v$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$y\frac{dv}{dy}=v\ln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$\int\frac{dv}{v\ln v}=\int\frac{dy}{y}$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$\ln(\ln v)=\ln y+\ln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v=cy$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e=c\cdot1$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$y=\left|\ln\frac xy\right|$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$\left|\log_e\frac xy\right|=y$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new variable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unknown: the equation becomes linear with constant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$s=\ln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new variable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unknown: the equation becomes linear with constant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$\frac{du}{ds}=\frac{dx/x}{dy/y}=\frac{y}{x}\frac{dx}{dy}$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yx\frac{dx}{dy}=\ln x-\ln 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$\frac{du}{ds}=u-s+1$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$\frac{du}{ds}-u=1-s$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$u=as+b$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$a-as-b=1-s$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$u=s+Ce^{s}$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x=\ln y+Cy$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$1=C\cdot1$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$\left|\log_e\frac xy\right|=y$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equation signals homogeneity: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is the one-parameter family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given point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$\frac{dx}{dy}=F\!\left(\frac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$y\frac{dv}{dy}=F(v)-v$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$\int\frac{dv}{F(v)-v}=\ln 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x-\ln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equation signals homogeneity: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$\int\frac{dv}{v\ln v}=\ln|\ln v|+C$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$d(\ln v)=\frac{dv}{v}$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is the one-parameter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xy=cy$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given point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$\frac{dy}{dx}=2x(x+y)^3-x(x+y)-1$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$\left(\frac1{\sqrt2}+y\left(\frac1{\sqrt2}\right)\right)^2$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$\frac{4}{4+\sqrt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$\frac{3}{3-\sqrt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$\frac{2}{1+\sqrt e}$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equations: reducible to variable separable form (substitution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008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Differential equations: reducible to variable separable form (substitution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against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$\frac{dy}{dx}=\frac{dt}{dx}-1$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printed line drops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but its next line is the correct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$\frac{dy}{dx}=\frac{dt}{dx}-1$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$\frac{dt}{dx}-1=2xt^3-xt-1$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$\frac{dt}{dx}=2xt^3-xt$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printed line drops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right, but its next line is the correct 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$\frac{dt}{2t^3-t}=x\,dx$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$\int\frac{t}{2t^4-t^2}dt=\int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$2t\,dt=dz$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$\frac12\int\frac{dz}{2z^2-z}=\int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$\int\frac{dz}{z(2z-1)}=\ln\left|\frac{2z-1}{z}\right|$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$\ln\left|\frac{z-\frac12}{z}\right|=x^2+c$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$\ln\left|\frac{(x+y)^2-\frac12}{(x+y)^2}\right|=x^2+c$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positive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zero, so it stays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$\frac{(x+y)^2-\frac12}{(x+y)^2}=\frac12e^{x^2}$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expression is positive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never zero, so it stays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$1-\frac{1}{2(x+y)^2}=\frac{\sqrt 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$\frac{1}{(x+y)^2}=2-\sqrt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$(x+y)^2=\frac1{2-\sqrt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$\frac{1}{2-\sqrt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Bernoulli equation;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 with an obvious constant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Bernoulli equation;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$w=t^{-2}$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it linear with an obvious constant particular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Bernoulli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$\frac{dt}{dx}=2xt^3-xt$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Bernoulli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$w=t^{-2}$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$\frac{dw}{dx}=-2t^{-3}\frac{dt}{dx}=-2\left(2x-xt^{-2}\right)=2xw-4x$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$\frac{dw}{dx}-2xw=-4x$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$0-4x=-4x$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$w=2+Ce^{x^2}$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$w=2-e^{x^2}$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$(x+y)^2=t^2=\frac1w=\frac1{2-\sqrt 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$\frac{1}{2-\sqrt 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separates.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equilibrium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given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$\frac{dy}{dx}=F(x,\,ax+by+c)$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$t=ax+by+c$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$\frac{dt}{dx}=a+bF(x,t)$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separates.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Bernoulli: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$t'=a(x)t+b(x)t^n$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$w=t^{1-n}$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$w'=(1-n)\left(a\,w+b\right)$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$w=t^{-2}$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$\int\frac{dz}{z(2z-1)}=\ln\left|\frac{2z-1}{z}\right|+C$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(partial fractions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$\frac{2}{2z-1}-\frac1z$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$\frac{dt}{dx}=xt(2t^2-1)$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equilibrium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$t=0,\pm\frac1{\sqrt2}$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given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real number.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real number.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$f'(x)=\alpha f(x)+3$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$f(-\log_e2)$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of first order with constant coefficients,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limit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$\alpha\cdot1+3=0$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$f'(x)=\alpha f(x)+3$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$\frac{dy}{dx}=\alpha y+3$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$\int\frac{dy}{\alpha y+3}=\int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$\frac1\alpha\ln|\alpha y+3|=x+C$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y+3=ce^{\alpha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impossible: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data: the question is faulty and is treated as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impossible: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$ce^{\alpha 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$f\equiv-\frac3\alpha=2$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data: the question is faulty and is treated as a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Bonus (no option is correct: the given data are inconsistent)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resulting solution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$f'=\alpha f+3\to\alpha+3$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check the resulting solution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limit,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grows linearly) -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$f'(x)=\alpha f(x)+3\to\alpha+3$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non-zero limit,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grows linearly) -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$f'=-3f+3$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$f=1+ce^{-3x}$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$f(x)=1+e^{-3x}$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cannot all hold: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$e^{-3x}\to\infty$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$f\to\infty\neq1$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cannot all hold: bonus.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Bonus (no option is correct: the given data are inconsistent)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finite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finite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solution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equilibrium: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whether the given data are mutually consistent before computing the asked value - over-determined problems are the usual source of 'Bonus'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equilibrium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blows up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$y'=ky+m$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 mk+Ce^{kx}$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finite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mk$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finite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solution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equilibrium: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$kL+m=0$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non-zero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whether the given data are mutually consistent before computing the asked value - over-determined problems are the usual source of 'Bonus'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equilibrium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blows up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$(1-x^2)dy=\left[xy+(x^3+2)\sqrt{3(1-x^2)}\right]dx$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$y\left(\frac12\right)=\frac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left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left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$\frac{d}{dx}\left(y\sqrt{1-x^2}\right)$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form: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$\frac{dy}{dx}=\frac{xy+(x^3+2)\sqrt{3(1-x^2)}}{1-x^2}$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$\frac{dy}{dx}=\frac{xy}{1-x^2}+\frac{\sqrt3(x^3+2)}{\sqrt{1-x^2}}$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$\frac{dy}{dx}-\frac{x}{1-x^2}y=\frac{\sqrt3(x^3+2)}{\sqrt{1-x^2}}$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$=e^{-\int\frac{x}{1-x^2}dx}=e^{\frac12\ln|1-x^2|}=\sqrt{1-x^2}$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$\sqrt{1-x^2}\,\frac{dy}{dx}-\frac{x}{\sqrt{1-x^2}}y=\sqrt3(x^3+2)$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$\frac{d}{dx}\left(y\sqrt{1-x^2}\right)=\sqrt3(x^3+2)$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$y\sqrt{1-x^2}=\sqrt3\left(\frac{x^4}{4}+2x+c\right)$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$y\cdot\frac{\sqrt3}{2}=\sqrt3\left(\frac1{64}+1\right)$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$y=\frac{65}{32}$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mn=\frac{65}{32}$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becomes the exact 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left side becomes the exact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$\frac{d}{d\theta}(y\cos\theta)$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$(1-x^2)\frac{dy}{dx}=xy+\sqrt3(x^3+2)\sqrt{1-x^2}$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$\cos\theta\,\frac{dy}{d\theta}=y\sin\theta+\sqrt3(\sin^3\theta+2)\cos\theta$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$\cos\theta\,\frac{dy}{d\theta}-y\sin\theta=\sqrt3(\sin^3\theta+2)\cos\theta$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$\frac{d}{d\theta}(y\cos\theta)$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$y\cos\theta=\sqrt3\left(\frac{\sin^4\theta}{4}+2\sin\theta\right)+c$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$y\sqrt{1-x^2}=\sqrt3\left(\frac{x^4}4+2x\right)+c$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$y=\frac{65}{32}$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simpler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evaluate at the required point and reduce the fraction: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in lowest terms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$\int\frac{-x}{1-x^2}dx=\frac12\ln(1-x^2)$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$y'-\frac{x}{1-x^2}y=Q$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left side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$\frac{d}{dx}\left(y\sqrt{1-x^2}\right)$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$\frac{d}{dx}\left(y\sqrt{1-x^2}\right)=\sqrt{1-x^2}\,y'-\frac{xy}{\sqrt{1-x^2}}$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simpler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$y\sqrt{1-x^2}=\sqrt3(\ldots)$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evaluate at the required point and reduce the fraction: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already in lowest terms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$65=5\cdot13$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odd function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odd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$9f(\log_e3)$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second order reducible to first order, Odd and even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$\left(f'\right)^2-f^2$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$f''(x)=f(x)\Rightarrow f'(x)f''(x)=f'(x)f(x)$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$\frac{\left(f'(x)\right)^2}{2}=\frac{\left(f(x)\right)^2}{2}+C$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$\left(f'(x)\right)^2=\left(f(x)\right)^2+C'$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$\left(f'\right)^2=f^2+9$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$f'(x)=\sqrt{f(x)^2+9}$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$\int\frac{dy}{\sqrt{y^2+9}}=\int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$\ln\left|y+\sqrt{y^2+9}\right|=x+C$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$y+\sqrt{y^2+9}=3e^x$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$y+\sqrt{y^2+9}=9$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$\sqrt{y^2+9}=9-y$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$y^2+9=81-18y+y^2$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$9f(\ln3)=36$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constant-coefficient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initial conditions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linear constant-coefficient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$f=Ae^x+Be^{-x}$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two initial conditions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$f=3\sinh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odd,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$f(x)=Ae^x+Be^{-x}$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$f(x)=\frac32\left(e^x-e^{-x}\right)=3\sinh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odd,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$f'=3\cosh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$f(\ln3)=\frac32\left(3-\frac13\right)=\frac32\cdot\frac83=4$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$9f(\ln3)=36$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'energy integral'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positive root; oddness is automatic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'energy integral'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$(f')^2-f^2=\text{const}$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$(f')^2+f^2=\text{const}$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$\int\frac{dy}{\sqrt{y^2+a^2}}=\ln\left(y+\sqrt{y^2+a^2}\right)+C=\sinh^{-1}\frac ya+C$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$f'=\sqrt{f^2+a^2}$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$f=a\sinh(x+k)$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$a\sinh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$\sinh(\ln n)=\frac{n-1/n}{2}$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$3\sinh(\ln3)=4$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positive root; oddness is automatic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$\frac{dy}{dx}+2y\sec^2x=2\sec^2x+3\tan x\sec^2x$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$12\left(y\left(\frac\pi4\right)-e^{-2}\right)$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the integral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 the integral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e^{2u}(2+3u)\,du$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$=e^{\int2\sec^2x\,dx}=e^{2\tan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$y\,e^{2\tan x}=\int e^{2\tan x}(2+3\tan x)\sec^2x\,dx$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$y\,e^{2u}=\int e^{2u}(2+3u)\,du$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$\int2e^{2u}du=e^{2u}$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$y\,e^{2u}=e^{2u}+3\int ue^{2u}du$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ue^{2u}du=\frac{ue^{2u}}{2}-\frac{e^{2u}}{4}$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$y\,e^{2\tan x}=e^{2\tan x}+3\left[\frac{\tan x\,e^{2\tan x}}{2}-\frac{e^{2\tan x}}{4}\right]+C$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$\frac54=1-\frac34+C$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$y=1+3\left(\frac{\tan x}{2}-\frac14\right)+e^{-2\tan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$y\left(\frac\pi4\right)=1+3\left(\frac12-\frac14\right)+e^{-2}=\frac74+\frac1{e^2}$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$12\left(y\left(\frac\pi4\right)-e^{-2}\right)=12\cdot\frac74=21$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has constant coefficients,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a linear particular solution by undetermined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has constant coefficients,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$\frac{dy}{du}+2y=2+3u$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a linear particular solution by undetermined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the equation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$\frac{dy}{du}+2y=2+3u$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$y_p=au+b$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$a+2au+2b=2+3u$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$Ce^{-2u}$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$y=\frac32u+\frac14+Ce^{-2u}$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$\frac14+C=\frac54$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$y=\frac32+\frac14+e^{-2}=\frac74+e^{-2}$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$12\left(y-e^{-2}\right)=21$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transient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exactly the term subtracted in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$\frac{dy}{du}+p(u)\,y=q(u)$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$y'+ky=a+bu$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bk u+\frac ak-\frac b{k^2}$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$\frac32u+\frac14$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ue^{ku}du=e^{ku}\left(\frac uk-\frac1{k^2}\right)+C$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transient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$Ce^{-2u}$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exactly the term subtracted in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$\frac{dy}{dx}+\frac{xy}{x^2-1}=\frac{x^6+4x}{\sqrt{1-x^2}}$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$6\int_{-1/2}^{1/2}f(x)\,dx=2\pi-\alpha$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Definite integrals: odd and even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form; the odd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form; the odd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$\left[-\frac12,\frac12\right]$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linear: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 is odd and the second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$\frac{dy}{dx}+\frac{x}{x^2-1}y=\frac{x^6+4x}{\sqrt{1-x^2}}$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$=e^{\int\frac{x}{x^2-1}dx}=e^{\frac12\ln|x^2-1|}=\sqrt{1-x^2}$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$y\sqrt{1-x^2}=\int\frac{x^6+4x}{\sqrt{1-x^2}}\sqrt{1-x^2}\,dx=\frac{x^7}{7}+2x^2+C$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$f(x)=\frac{x^7}{7\sqrt{1-x^2}}+\frac{2x^2}{\sqrt{1-x^2}}$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 is odd and the second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$6\int_{-1/2}^{1/2}f\,dx=6\cdot2\int_0^{1/2}\frac{2x^2}{\sqrt{1-x^2}}dx=24\int_0^{1/2}\frac{x^2}{\sqrt{1-x^2}}dx$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$x^2=(x^2-1)+1$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$\frac{x^2}{\sqrt{1-x^2}}=-\sqrt{1-x^2}+\frac{1}{\sqrt{1-x^2}}$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$=24\left(-\left[\frac x2\sqrt{1-x^2}+\frac12\sin^{-1}x\right]_0^{1/2}+\left[\sin^{-1}x\right]_0^{1/2}\right)$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$=24\left(-\left(\frac{\sqrt3}{8}+\frac\pi{12}\right)+\frac\pi6\right)=2\pi-3\sqrt3$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integral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half-angle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splitting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integral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half-angle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$\sin^2\theta=\frac{1-\cos2\theta}{2}$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splitting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$x^2=(x^2-1)+1$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even part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$f(x)=\frac{\frac{x^7}7+2x^2}{\sqrt{1-x^2}}$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the even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$\frac{2x^2}{\sqrt{1-x^2}}$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survives: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$6\int_{-1/2}^{1/2}f=24\int_0^{1/2}\frac{x^2}{\sqrt{1-x^2}}dx$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$\theta:0\to\frac\pi6$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$\int_0^{1/2}\frac{x^2}{\sqrt{1-x^2}}dx=\int_0^{\pi/6}\sin^2\theta\,d\theta$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$\int_0^{\pi/6}\sin^2\theta\,d\theta=\left[\frac\theta2-\frac{\sin2\theta}{4}\right]_0^{\pi/6}=\frac\pi{12}-\frac{\sqrt3}{8}$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$24\left(\frac\pi{12}-\frac{\sqrt3}{8}\right)=2\pi-3\sqrt3$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 (compare Q6).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integrating factor cancels the denominator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reduces to a polynomial.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$2\int_0^ag$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$\int_0^a\frac{x^2}{\sqrt{1-x^2}}dx=\frac12\left(\sin^{-1}a-a\sqrt{1-a^2}\right)$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$\frac\pi{12}-\frac{\sqrt3}8$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$y'+\frac{x}{x^2-1}y$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$\sqrt{|x^2-1|}$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variable (compare Q6).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integrating factor cancels the denominator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integral reduces to a polynomial.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$2(x+2)^2f(x)-3(x+2)^2=10\int_0^x(t+2)f(t)\,dt$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 from integral equations (Leibniz rule), Linear and separable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to remove the integral: it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to remove the integral: it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$(x+2)f'-3f=3$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separates.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$4(x+2)f(x)+2(x+2)^2f'(x)-6(x+2)=10(x+2)f(x)$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$2(x+2)^2f'(x)-6(x+2)f(x)=6(x+2)$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$(x+2)\frac{dy}{dx}-3y=3$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$(x+2)\frac{dy}{dx}=3(y+1)$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$\int\frac{dy}{y+1}=3\int\frac{dx}{x+2}$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$\ln(y+1)=3\ln(x+2)+C$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$y+1=C(x+2)^3$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original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$2\cdot4f(0)-3\cdot4=0$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$\frac52=8C$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$f(2)=\frac5{16}\cdot64-1=19$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zero derivative, so it is constant: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$(x+2)f'=3(f+1)$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$\frac{f+1}{(x+2)^3}$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zero derivative, so it is constant: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given equation and cancelling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the given equation and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$(x+2)f'(x)=3\left(f(x)+1\right)$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$\frac{d}{dx}\left[\frac{f(x)+1}{(x+2)^3}\right]=\frac{(x+2)f'-3(f+1)}{(x+2)^4}=0$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$\frac{f(x)+1}{(x+2)^3}$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$\frac{f(2)+1}{4^3}=\frac{f(0)+1}{2^3}$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$8f(0)=12$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$f(2)+1=64\cdot\frac{5/2}{8}=20$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 equation with a variable upper limit: differentiate (Leibniz) to get a DE, and use the original equation at the lower limit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initial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twice or with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 not forget the product rule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Integral equation with a variable upper limit: differentiate (Leibniz) to get a DE, and use the original equation at the lower limit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the initial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$(x+a)f'=k\left(f+m\right)\iff\frac{f+m}{(x+a)^k}$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twice or with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$2(x+2)^2f$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 not forget the product rule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$4(x+2)f$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$f(x)=\frac5{16}(x+2)^3-1$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$f(0)=\frac52-1=\frac32$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x\frac{dy}{dx}=\sin2x-4y\sin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$y'\left(\frac\pi4\right)+y\left(\frac\pi4\right)$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Trigonometric functions and their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linear with I.F.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at sight.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linear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$\sec^2x\sin x=\sec x\tan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integrates at sight.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$\frac{dy}{dx}=\sin x-2y\tan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$\frac{dy}{dx}+2y\tan 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$=e^{\int2\tan x\,dx}=\sec^2x$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$y\sec^2x=\int\sec^2x\sin x\,dx+c=\int\sec x\tan x\,dx+c=\sec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x+c\cos^2x$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$y\left(\frac\pi3\right)=\frac12+\frac c4=0$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x-2\cos^2x$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$y'=-\sin x+4\sin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$y'\left(\frac\pi4\right)=-\frac1{\sqrt2}+4\cdot\frac12=2-\frac1{\sqrt2}$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$y\left(\frac\pi4\right)=\frac1{\sqrt2}-2\cdot\frac12=\frac1{\sqrt2}-1$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$=2-\frac1{\sqrt2}+\frac1{\sqrt2}-1=1$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particular solution of the same trigonometric type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 the homogeneous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a particular solution of the same trigonometric type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$y_p=\cos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add the homogeneous solution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$y'+2y\tan 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$y_p'+2\tan x\cos x=-\sin x+2\sin x=\sin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$y'=-2y\tan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$\frac{dy}{y}=-2\tan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$y_h=c\cos^2x$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x+c\cos^2x$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$y'=-\sin x+4\sin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$y'\left(\frac\pi4\right)+y\left(\frac\pi4\right)=\left(2-\frac1{\sqrt2}\right)+\left(\frac1{\sqrt2}-1\right)=1$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the homogeneous solution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linear DEs with a trigonometric forcing term, first test a particular solution of the same type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- it can save the integration.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combination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computed from the DE itself too: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$y'+n\tan x\,y=g(x)$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the homogeneous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$\sec^2x\sin x=\sec x\tan x=\frac{d}{dx}\sec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$\int\sec^2x\sin x\,dx=\sec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linear DEs with a trigonometric forcing term, first test a particular solution of the same type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- it can save the integration.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computed from the DE itself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$y'=\sin x-2y\tan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$y'+y=\sin\frac\pi4-y\left(2\tan\frac\pi4-1\right)=\frac1{\sqrt2}-y$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$y\left(\frac\pi4\right)=\frac1{\sqrt2}-1$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$\sqrt{4-x^2}\,\frac{dy}{dx}=\left(\left(\sin^{-1}\frac x2\right)^2-y\right)\sin^{-1}\frac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$y(2)=\frac{\pi^2-8}{4}$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Inverse trigonometric functions and integration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I.F.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done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$t=\sin^{-1}\frac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I.F.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$e^{t^2/2}$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t^3e^{t^2/2}dt$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done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$\sqrt{4-x^2}\,\frac{dy}{dx}=\left(\sin^{-1}\frac x2\right)^3-y\sin^{-1}\frac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$\frac{dy}{dx}+\frac{\sin^{-1}(x/2)}{\sqrt{4-x^2}}y=\frac{\left(\sin^{-1}(x/2)\right)^3}{\sqrt{4-x^2}}$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$P=\frac{\sin^{-1}(x/2)}{\sqrt{4-x^2}}$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$Q=\frac{\left(\sin^{-1}(x/2)\right)^3}{\sqrt{4-x^2}}$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x2=t$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$\frac{dx}{\sqrt{4-x^2}}=dt$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P\,dx=\int t\,dt=\frac{t^2}{2}$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$=e^{t^2/2}=e^{\frac{\left(\sin^{-1}(x/2)\right)^2}{2}}$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$y\,e^{t^2/2}=\int t^3e^{t^2/2}dt$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$\frac{t^2}2=s$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$t\,dt=ds$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$=\int2s\,e^s\,ds$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$\int2se^s\,ds=2\left(se^s-e^s\right)+C$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$y\,e^{t^2/2}=2\left(\frac{t^2}{2}-1\right)e^{t^2/2}+C$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$y(2)=\frac{\pi^2-8}{4}$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$2\left(\frac{\pi^2}{8}-1\right)=\frac{\pi^2-8}4$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$y=t^2-2=\left(\sin^{-1}\frac x2\right)^2-2$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by trying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Change the variable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$t=\sin^{-1}\frac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$\frac{dy}{dt}+ty=t^3$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$y=t^2-2$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by trying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$dt=\frac{dx}{\sqrt{4-x^2}}$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$\sqrt{4-x^2}\frac{dy}{dx}=\frac{dy}{dt}$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$\frac{dy}{dt}=t^3-ty$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$\frac{dy}{dt}+ty=t^3$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$y_p=t^2+a$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$2t+t^3+at=t^3$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homogeneous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$Ce^{-t^2/2}$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$y=t^2-2+Ce^{-t^2/2}$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$y=\frac{\pi^2}{4}-2+Ce^{-\pi^2/8}=\frac{\pi^2-8}{4}$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terms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call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linear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polynomial particular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polynomial particular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boundary condition at an endpoint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make the constant of the homogeneous part vanish.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$\frac{d}{dx}\sin^{-1}\frac x2=\frac1{\sqrt{4-x^2}}$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terms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$\frac{1}{\sqrt{4-x^2}}$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call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$t=\sin^{-1}\frac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t^3e^{t^2/2}dt=(t^2-2)e^{t^2/2}+C$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$s=\frac{t^2}2$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$y'+ty=t^3$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polynomial particular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$y'+ty=t^{2k+1}$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polynomial particular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boundary condition at an endpoint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make the constant of the homogeneous part vanish.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$\frac{dy}{dx}-y=1+4\sin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standard formula;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e^{-x}\sin 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standard formula;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equation;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 equation;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$=e^{\int-dx}=e^{-x}$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$ye^{-x}=\int e^{-x}(1+4\sin x)\,dx=-e^{-x}+4\int e^{-x}\sin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e^{-x}\sin x\,dx=\frac{e^{-x}}{2}\left[-\sin x-\cos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$ye^{-x}=-e^{-x}-2e^{-x}(\sin x+\cos 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$y=-1-2(\sin x+\cos x)+ce^x$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$1=-1-2(0-1)+ce^\pi=1+ce^\pi$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$y\left(\frac\pi2\right)+10=-1-2(1+0)+10=7$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constant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 integral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constant for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 integral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right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x-B\sin x-A\sin x-B\cos x=4\sin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$-B-A=4$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$y=-1-2\sin x-2\cos x+ce^x$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$y(\pi)=-1+2+ce^\pi=1+ce^\pi=1$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$y\left(\frac\pi2\right)=-1-2=-3$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$y\left(\frac\pi2\right)+10=7$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sum of constants and sines/cosines: 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of the characteristic equation for these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condition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just the particular (bounded) solution -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particular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e^{ax}\sin bx\,dx=\frac{e^{ax}\left(a\sin bx-b\cos bx\right)}{a^2+b^2}+C$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$\frac{e^{-x}(-\sin x-\cos x)}{2}$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sum of constants and sines/cosines: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$y_p=$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of the characteristic equation for these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condition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 e^{x_0}=0$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just the particular (bounded) solution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particular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$y=-1-2\sin x-2\cos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$y'=-2\cos x+2\sin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$y'-y=1+4\sin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maximum and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$(x+y+2)^2dx=dy$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$(3\alpha+\pi)^2+\beta^2=\gamma+\delta\sqrt3$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$\gamma,\delta\in\mathbb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reducible to variable separable form, Monotonicity and maxima-minima on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$t=x+y+2$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$t'=1+t^2$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$x+y+2=\tan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$y'=\tan^2x\ge0$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$\frac{dy}{dx}=(x+y+2)^2$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$1+\frac{dy}{dx}=\frac{dt}{dx}$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$\frac{dt}{dx}-1=t^2$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$\tan^{-1}(x+y+2)=x+c$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$\frac{dy}{dx}=\tan^2x\ge0$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$\alpha=y\left(\frac\pi3\right)=\sqrt3-2-\frac\pi3$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$3\alpha+\pi=3\sqrt3-6-\pi+\pi=3\sqrt3-6$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$(3\sqrt3-6)^2+4=27+36-36\sqrt3+4=67-36\sqrt3$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Guess-and-verify: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identity, and uniqueness gives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Guess-and-verify: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 x-x-2$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$(x+y+2)^2=\tan^2x$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$y'=\tan^2x$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an identity, and uniqueness gives the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suggests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solves the initial value problem, and by uniqueness (the right side is smooth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the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$x+y+2=\tan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x-x-2$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$y'=\sec^2x-1=\tan^2x=(x+y+2)^2$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solves the initial value problem, and by uniqueness (the right side is smooth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is the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$y'=\tan^2x\ge0$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$y\left(\frac\pi3\right)=\sqrt3-2-\frac\pi3$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$(3\alpha+\pi)^2+\beta^2=(3\sqrt3-6)^2+4=67-36\sqrt3$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$\gamma+\delta=67-36=31$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family of branches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 directly;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extreme values are at the end-points of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integers, expand and read off the rational and irrational parts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standard values used for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$y'=(x+y+c)^2$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$t'=1+t^2$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$t=\tan(x+k)$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family of branches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$y'=\tan^2x=\sec^2x-1$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x-x+$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 directly;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extreme values are at the end-points of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$(a\sqrt3-b)^2=3a^2+b^2-2ab\sqrt3$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integers, expand and read off the rational and irrational parts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$\tan\frac\pi3=\sqrt3$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standard values used for evaluation.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x}\frac{t^2f(x)-x^2f(t)}{t-x}=1$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Limits: derivative from the definition, Linear differential equations (integrating factor)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a derivative: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linear equation with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a derivative: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$2xf(x)-x^2f'(x)=1$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linear equation with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Differentiating numerator and denominator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slips.)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Differentiating numerator and denominator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$\frac{2t\,f(x)-x^2f'(t)}{1}\to2xf(x)-x^2f'(x)$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prints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$\frac{2+f(x)-x^2f'(t)}{1}$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slips.)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$2xf(x)-x^2f'(x)=1$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$2xy-x^2\frac{dy}{dx}=1$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$\frac{dy}{dx}-\frac{2y}{x}=-\frac1{x^2}$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$=e^{-\int\frac2x\,dx}=e^{-2\ln x}=\frac1{x^2}$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$\frac{y}{x^2}=\int-\frac1{x^4}dx=\frac{1}{3x^3}+C$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$1=\frac13+C$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$y=\frac1{3x}+\frac23x^2$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$f(2)=\frac16+\frac83=\frac{17}6$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$f(3)=\frac19+6=\frac{55}9$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$2f(2)+3f(3)=\frac{17}{3}+\frac{55}{3}=\frac{72}{3}=24$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by adding and subtracting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the limit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L'Hopital, then recognise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numerator by adding and subtracting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the limit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$2xf(x)-x^2f'(x)$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L'Hopital, then 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$x^4\left(\frac f{x^2}\right)'$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$t^2f(x)-x^2f(t)=f(x)(t^2-x^2)-x^2\left(f(t)-f(x)\right)$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$f(x)(t+x)-x^2\frac{f(t)-f(x)}{t-x}\to2xf(x)-x^2f'(x)$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$2xf-x^2f'=1$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$\frac{d}{dx}\left(\frac{f}{x^2}\right)=\frac{x^2f'-2xf}{x^4}=-\frac1{x^4}$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f{x^2}=\frac1{3x^3}+C$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$f(x)=\frac1{3x}+\frac{2x^2}3$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$2f(2)+3f(3)=2\cdot\frac{17}6+3\cdot\frac{55}9=24$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Wronskian-type expression).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this form (difference quotient of two functions) turns an unknown function into an ODE - then use the given value as the initial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x}\frac{t^2f(x)-x^2f(t)}{t-x}=2xf(x)-x^2f'(x)$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x}\frac{g(t)f(x)-g(x)f(t)}{t-x}=g'(x)f(x)-g(x)f'(x)$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Wronskian-type expression).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$\frac{d}{dx}\left(\frac{f}{x^n}\right)=\frac{xf'-nf}{x^{n+1}}$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$x^2f'-2xf=x^4\left(\frac f{x^2}\right)'$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this form (difference quotient of two functions) turns an unknown function into an ODE - then use the given value as the initial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$f=\frac1{3x}+\frac{2x^2}3$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$2xf-x^2f'=\frac23+\frac{4x^3}{3}-x^2\left(-\frac1{3x^2}+\frac{4x}3\right)=\frac23+\frac13=1$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$\frac{dy}{dx}+\frac{2x}{(1+x^2)^2}y=xe^{\frac1{1+x^2}}$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area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$f(x)=y(x)e^{-\frac1{1+x^2}}$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(integrating factor), Area bounded by curves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I.F.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I.F.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$e^{-1/(1+x^2)}$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$f=y\,e^{-1/(1+x^2)}$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$=e^{\int\frac{2x}{(1+x^2)^2}dx}=e^{-\frac1{1+x^2}}$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$y\,e^{-\frac1{1+x^2}}=\int xe^{\frac1{1+x^2}}\cdot e^{-\frac1{1+x^2}}dx=\int x\,dx=\frac{x^2}2+c$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e^{-1}=c$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$y=\frac{x^2}2e^{\frac1{1+x^2}}$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$f(x)=ye^{-\frac1{1+x^2}}=\frac{x^2}2$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parabola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$\frac{x^2}2=x+4$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lies above the parabola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$=\int_{-2}^{4}\left[(x+4)-\frac{x^2}2\right]dx=\left[\frac{x^2}2+4x-\frac{x^3}6\right]_{-2}^{4}$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$8+16-\frac{64}6=\frac{40}3$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$2-8+\frac86=-\frac{14}3$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$=\frac{40}3+\frac{14}3=18$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left side times the I.F., so the ODE says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parabola-chord area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$\frac{d}{dx}\left(y\,e^{-\frac1{1+x^2}}\right)$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left side times the I.F., so the ODE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the parabola-chord area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$\frac{|a|(x_2-x_1)^3}6$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$f=ye^{-\frac1{1+x^2}}$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$f'=e^{-\frac1{1+x^2}}\left(y'+\frac{2x}{(1+x^2)^2}y\right)=e^{-\frac1{1+x^2}}\cdot xe^{\frac1{1+x^2}}=x$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$f(x)=\frac{x^2}2+c$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and parabola meet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region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and parabola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region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$\frac{\frac12\cdot6^3}{6}=18$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with a known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asks for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- read which function is plotted.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$\mu'=P\mu$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$(\mu y)'=\mu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with a known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$\int\frac{2x}{(1+x^2)^2}dx=-\frac1{1+x^2}+C$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$\frac{\frac12\cdot216}{6}=18$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question asks for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$f=y\,e^{-1/(1+x^2)}$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- read which function is plotted.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any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slope of the line touching the conic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a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half the slope of the line joining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focal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any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slope of the line touching the conic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a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half the slope of the line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focal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formation and solution (separable), Parabola: focal distance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chord slope is a separable DE whose solution is the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chord slope is a separable DE whose solution is the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$\frac{dy}{dx}=\frac12\cdot\frac{y+5}{x-3}$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$\frac{2\,dy}{y+5}=\frac{dx}{x-3}$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$2\ln(y+5)=\ln(x-3)+C$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$2\ln3=\ln1+C$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$C=2\ln3$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$2\ln\frac{y+5}3=\ln(x-3)$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$\left(\frac{y+5}3\right)^2=x-3$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axis horizontal,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figure labels this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axis horizontal,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$S\left(\frac{21}4,-5\right)$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$6^2=36=9\cdot4$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PDF's figure labels this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slip.)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$d=SP=\sqrt{\left(7-\frac{21}4\right)^2+(1+5)^2}=\sqrt{\frac{49}{16}+36}=\sqrt{\frac{625}{16}}=\frac{25}4$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parabola's focal-distance formula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 to the directrix) instead of the coordinate distance to the focus.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parabola's focal-distance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$d=(x-h)+a$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(distance to the directrix) instead of the coordinate distance to the focus.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curve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focal distance of a point is its distance from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$(y+5)^2=9(x-3)$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parabola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focal distance of a point is its distance from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$x-h+a$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$d=(7-3)+\frac94=\frac{25}4$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$12d=75$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axis.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lines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rectangular hyperbolas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$\frac{dy}{dx}=k\,\frac{y-y_0}{x-x_0}$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$y-y_0=C(x-x_0)^k$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$(y-y_0)^2=C^2(x-x_0)$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axis.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rectangular hyperbolas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$(y-y_0)(x-x_0)=C$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$(y-k)^2=4a(x-h)$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$(h+a,k)$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$x-h+a$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$3^2=9\cdot1$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$(e^y+1)\cos x\,dx+e^y\sin 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$e^{y\left(\frac\pi6\right)}$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variable separable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separate the variables: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$(e^y+1)\sin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separate the variables: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x\,dx+\frac{e^y}{e^y+1}dy=0$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$(e^y+1)\cos x\,dx+e^y\sin x\,dy=0$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$(e^y+1)\sin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x\,dx+\frac{e^y}{e^y+1}dy=0$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$\ln|\sin x|+\ln|e^y+1|=\ln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$\left|\sin x\left(e^y+1\right)\right|=c$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$c=1\cdot(1+1)=2$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x\left(e^y+1\right)=2$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$e^y=2\csc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$e^{y\left(\frac\pi6\right)}=2\csc\frac\pi6-1=2\cdot2-1=3$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equation as exact: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the equation as exact: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$d\left[\sin x\left(e^y+1\right)\right]=0$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left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$d\left[\sin x\left(e^y+1\right)\right]=\cos x\left(e^y+1\right)dx+\sin x\,e^y\,dy$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exactly the left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$d\left[\sin x\left(e^y+1\right)\right]=0$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x\left(e^y+1\right)=c$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$\frac12\left(e^y+1\right)=2$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 asks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logarithm is needed at the end.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$M\,dx+N\,dy=0$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M}{\partial y}=\frac{\partial N}{\partial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$M=(e^y+1)\cos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$N=e^y\sin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$F=(e^y+1)\sin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$\int\frac{e^y}{e^y+1}dy=\ln(e^y+1)$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$\int\cot x\,dx=\ln|\sin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$\csc\frac\pi6=2$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question asks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logarithm is needed at the end.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solution of the differential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$\alpha|x|=|y|e^{xy-\beta}$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$x\,dy-y\,dx+xy(x\,dy+y\,dx)=0$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Differential equations: exact differentials and variable separable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exact differentials.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$\frac{dy}{y}-\frac{dx}{x}+d(xy)=0$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exact differentials.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$\frac{dy}{y}-\frac{dx}{x}+(x\,dy+y\,dx)=0$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$x\,dy+y\,dx=d(xy)$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$\ln|y|-\ln|x|+xy=c$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$\ln2-0+2=c$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$\ln|y|-\ln|x|+xy=2+\ln2$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$\ln|x|=\ln\left|\frac y2\right|+xy-2$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is unique: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$|x|=\left|\frac y2\right|e^{xy-2}$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$2|x|=|y|e^{xy-2}$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$\alpha|x|=|y|e^{xy-\beta}$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pair is unique: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e^{\beta}=2e^2$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$x^2dp+q\,dq=0$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$\frac{dp}{p}+dq=0$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$x\,dy-y\,dx=x^2\,d\left(\frac yx\right)=x^2dp$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$xy(x\,dy+y\,dx)=q\,dq$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$x^2dp+q\,dq=0$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$q=x^2p$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$dp+p\,dq=0$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$\frac{dp}{p}+dq=0$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$\ln|p|+q=c$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$\ln\left|\frac yx\right|+xy=c$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$c=\ln2+2$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yx\right|e^{xy}=2e^2$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$2|x|=|y|e^{xy-2}$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Differentials to recognise: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mixed term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the common factor so that the pieces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Differentials to recognise: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$x\,dy+y\,dx=d(xy)$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$x\,dy-y\,dx=x^2d\left(\frac yx\right)=-y^2d\left(\frac xy\right)$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$\frac{dy}{y}-\frac{dx}{x}=d\ln\left|\frac yx\right|$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mixed term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$xy(x\,dy+y\,dx)$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the common factor so that the pieces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$d(\ln)$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e^{\beta}=2e^{2}$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differentiable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$f'(x)=3f(x)+\alpha$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$9f(-\log_e3)$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differential equations with constant coefficients,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equilibrium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finite limit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equilibrium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$-\frac\alpha3$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$\frac{dy}{3y+\alpha}=dx$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$\frac13\ln|3y+\alpha|=x+C$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$C=\frac13\ln|3+\alpha|$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$\frac13\ln\frac{3y+\alpha}{3+\alpha}=x$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$y=\frac13\left((3+\alpha)e^{3x}-\alpha\right)=f(x)$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f(x)=-\frac\alpha3=7$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$f(x)=7-6e^{3x}$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$f(-\ln3)=7-6e^{-3\ln3}=7-\frac6{27}=\frac{61}9$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$9f(-\log_e3)=61$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equilibrium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to the equilibrium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$y^*=-\frac\alpha3$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$f-y^*$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$g'=3g$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$f=y^*+(1-y^*)e^{3x}$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$g=f+\frac\alpha3$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$g'=f'=3f+\alpha=3g$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$g=g(0)e^{3x}$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$f(x)=-\frac\alpha3+\left(1+\frac\alpha3\right)e^{3x}$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$f\to-\frac\alpha3=7$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$-\frac\alpha3=7$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$f(x)=7+(1-7)e^{3x}=7-6e^{3x}$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$9f(-\ln3)=9\left(7-\frac6{27}\right)=63-2=61$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equilibrium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exponential dies out);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does so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condition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the unknown parameter before the initial condition is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$y'=ky+m$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equilibrium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$y^*=-\frac mk$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$y=y^*+(y_0-y^*)e^{kx}$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y^*$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exponential dies out);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does so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$e^{3(-\ln3)}=3^{-3}=\frac1{27}$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$e^{c\ln a}=a^c$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condition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the unknown parameter before the initial condition is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07 Questions 121–140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