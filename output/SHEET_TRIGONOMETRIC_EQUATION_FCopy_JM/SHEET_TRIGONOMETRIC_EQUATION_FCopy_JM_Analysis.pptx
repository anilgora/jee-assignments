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3.0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step 3 ends with '= 1' ((log sin x)^2 - 4 (log sin x)(log cos x) + 4 (log cos x)^2 = 1'). Multiplying the equation by log sin x log cos x and cancelling the common ab term gives '= 0'; with '= 1' the next line (log sin x = 2 log cos x) would not follow. Corrected to 0; the final answer 4 is unchanged. The PDF also does not say that the negative root of sin x is rejected on (0, pi/2);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 in the PDF's second line: it prints 'cos 3theta/1' where cos(3theta/2) is meant (3theta + 9theta/2 and 9theta/2 - 3theta give 15theta/2 and 3theta/2). The working that follows is correct and the answer 25 is unchanged. I also added the line that the family 2n pi/5 lies inside n pi/5 and that theta=0 is neither positive nor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line 4: '3cos^2(cos^2-1) + 2 sin^2 (sin^4 - 1)'. Since 2 sin^2 - 2 sin^6 = 2 sin^2 (1 - sin^4), the sign inside the bracket should be (1 - sin^4), and the PDF's next line (with a stray '-1') is garbled. The final factorisation sin^2 cos^2 (2 sin^2 - 1) = 0 and the answer 9 are correct; rewritten the two lines minimally.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Trigonometric Equations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TRIGONOMETRIC EQUATION · Exercise J-M (JEE Main)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2x-2\sin^4 x-2\cos^2 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$\left[-1,-\frac12\right]$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$\left[-2,-\frac32\right]$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$\left[-\frac32,-1\right]$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range of a parameter for which a solution exists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range of that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range of that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everything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$\lambda=\cos^22x-2\sin^4x-2\cos^2x$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everything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$\lambda=(2\cos^2x-1)^2-2(1-\cos^2x)^2-2\cos^2x$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$=4\cos^4x-4\cos^2x+1-2(1-2\cos^2x+\cos^4x)-2\cos^2x$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$=2\cos^4x-2\cos^2x+1-2=2\cos^4x-2\cos^2x-1$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is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is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$=2\left[\cos^4x-\cos^2x-\frac12\right]=2\left[\left(\cos^2x-\frac12\right)^2-\frac34\right]$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$\lambda_{\max}=2\left[\frac14-\frac34\right]=-1$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$\lambda_{\min}=2\left[0-\frac34\right]=-\frac32$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$\left[-\frac32,-1\right]$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$\left[-\frac32,-1\right]$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single variable: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 the quartic completely.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2x=c$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single variable: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$\sin^2x=\frac{1-c}2$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$\cos^2x=\frac{1+c}2$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 the quartic completely.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$\sin^2x=\frac{1-c}{2}$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$\cos^2x=\frac{1+c}{2}$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$2\sin^4x=2\cdot\frac{(1-c)^2}{4}=\frac{(1-c)^2}{2}$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$2\cos^2x=1+c$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$\lambda=c^2-\frac{(1-c)^2}{2}-(1+c)=c^2-\frac{1-2c+c^2}{2}-1-c$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$=\frac{c^2}{2}-\frac32$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$\lambda=\frac{\cos^22x-3}{2}$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$c^2=\cos^22x$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$\frac{0-3}{2}=-\frac32$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$\frac{1-3}{2}=-1$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$\left[-\frac32,-1\right]$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$\left[-\frac32,-1\right]$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even-degree expression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(checked: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the end values with the vertex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vertex lies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solution\" means exactly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$\sin^2x=\frac{1-\cos2x}{2}$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$\cos^2x=\frac{1+\cos2x}{2}$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even-degree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x,\cos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$\cos^22x-2\sin^4x-2\cos^2x=\frac{\cos^22x-3}{2}$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(checked: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$p(u)=\alpha u^2+\beta u+\gamma$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the end values with the vertex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$p\left(-\frac{\beta}{2\alpha}\right)$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vertex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solution\" means exactly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equation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3   (C) 4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x}\cot x+4\log_{\sin x}\tan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$\sin^{-1}\left(\frac{\alpha+\sqrt\beta}{2}\right)$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3   (C) 4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Logarithms: change of base,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the base change the equation is homogeneous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the base change the equation is homogeneous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$\log\sin x,\log\cos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$\log\sin x=2\log\cos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Change of base: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simplify: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here; it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x}\cot x+4\log_{\sin x}\tan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Change of base: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$\frac{\log\cos x-\log\sin x}{\log\cos x}+4\cdot\frac{\log\sin x-\log\cos x}{\log\sin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$\log\sin x\log\cos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$(\log\sin x)^2-4(\log\sin x)(\log\cos x)+4(\log\cos x)^2=0$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here; it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$(\log\sin x-2\log\cos x)^2=0$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$\log\sin x=2\log\cos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$\sin^2x+\sin 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x=\frac{-1\pm\sqrt5}{2}$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x=\frac{-1+\sqrt5}{2}$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$\frac{\alpha+\sqrt\beta}{2}$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$\alpha=-1,\ 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solved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$p=\log_{\cos x}\sin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$\log_{\sin x}\cos x=\frac1p$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$p+\frac4p=4$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solved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logarithms are negative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x,\cos 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logarithms are negative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$p=\log_{\cos x}\sin x=\frac{\log\sin x}{\log\cos 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x}\cot x=\log_{\cos x}\cos x-\log_{\cos x}\sin x=1-p$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$\log_{\sin x}\tan x=\log_{\sin x}\sin x-\log_{\sin x}\cos x=1-\frac1p$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$(1-p)+4\left(1-\frac1p\right)=1$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$p+\frac4p=4$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$p+\frac4p\ge2\sqrt4=4$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$p=\frac4p$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$\log\sin x=2\log\cos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x=\frac{\sqrt5-1}{2}$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reducing everything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log equation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perfect-square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logs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the perfect square before using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$\log_a\frac bc=\log_ab-\log_ac$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reducing everything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log equation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$p+\frac kp=m$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$p+\frac kp\ge2\sqrt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perfect-square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$p+\frac4p=4$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$a^2-4ab+4b^2=0$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logs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$(a-2b)^2=0$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the perfect square before using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the bases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positive and different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guarantees this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reciprocal of the golden ratio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the 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x,\sin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positive and different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x,\tan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guarantees this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x=\frac{\sqrt5-1}2$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x=\frac{\sqrt5-1}{2}\approx0.618$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reciprocal of the golden ratio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$0.618^2+0.618-1\approx0$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$S=\{\theta\in[0,2\pi):\tan(\pi\cos\theta)+\tan(\pi\sin\theta)=0\}$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$\sum_{\theta\in S}\sin^2\left(\theta+\frac\pi4\right)$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A=\tan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A=-\tan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$\pi\cos\theta+\pi\sin\theta=n\pi$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$|\sin\theta+\cos\theta|\le\sqrt2$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possible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$\tan(\pi\cos\theta)+\tan(\pi\sin\theta)=0\Rightarrow\tan(\pi\cos\theta)=-\tan(\pi\sin\theta)=\tan(-\pi\sin\theta)$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$\pi\cos\theta=n\pi-\pi\sin\theta$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$\sin\theta+\cos\theta\in\left[-\sqrt2,\sqrt2\right]$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$\theta=\frac{3\pi}4,\frac{7\pi}4$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at each of these six 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half-odd integers, so both tangents are defined.)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four angles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two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$\theta=\frac{3\pi}2,\pi$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at each of these six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$\cos\theta,\sin\theta$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half-odd integers, so both tangents are defined.)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$\sin^2\left(\theta+\frac\pi4\right)=\frac{(\sin\theta+\cos\theta)^2}{2}=\frac{n^2}{2}$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four angles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two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$\sum\sin^2\left(\theta+\frac\pi4\right)=4\left(\frac12\right)+2(0)=2$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tangents: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work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required sum never needs the individual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tangents: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A+\tan B=\frac{\sin(A+B)}{\cos A\cos 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work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$\varphi=\theta+\frac\pi4$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required sum never needs the individual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B=\frac{\sin(A+B)}{\cos A\cos B}=0\iff\sin(A+B)=0$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$B=\pi\sin\theta$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$\sin\left(\pi(\sin\theta+\cos\theta)\right)=0$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$\sqrt2\sin\varphi=n$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$\varphi=\theta+\frac\pi4\in\left[\frac\pi4,\frac{9\pi}4\right)$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$\sin^2\varphi=\frac{n^2}2$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each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angles, each contributing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 contributing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each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$\left[\frac\pi4,\frac{9\pi}4\right)$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$\frac\pi4,\frac{3\pi}4$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$\frac{5\pi}4,\frac{7\pi}4$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angles, each contributing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 contributing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$=4\cdot\frac12+2\cdot0=2$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only for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over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domain: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of the six solutions hits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A=\tan B\iff A=B+n\pi$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B=0\iff\sin(A+B)=0$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A+B=n\pi$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$a\sin\theta+b\cos\theta=\sqrt{a^2+b^2}\sin(\theta+\varphi)$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only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$\sin^2\left(\theta+\frac\pi4\right)=\frac{1+\sin2\theta}{2}=\frac{(\sin\theta+\cos\theta)^2}{2}$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over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$\cos\theta=\pm\frac12,\pm\frac32,\dots$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of the six solutions hits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numbers of positive and negative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satisfy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numbers of positive and negative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$\cos2\theta\cos\frac\theta2=\cos3\theta\cos\frac{9\theta}2$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product-to-sum and 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product-to-sum and 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product-to-sum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product-to-sum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$\cos\frac{3\theta}2$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$\cos\frac{15\theta}2=\cos\frac{5\theta}2$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the last term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typo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Plus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Minus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$\cos\frac{5\theta}2+\cos\frac{3\theta}2=\cos\frac{15\theta}2+\cos\frac{3\theta}2$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the last term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$\cos\frac{3\theta}{1}$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typo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$\cos\frac{15\theta}2=\cos\frac{5\theta}2$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$\frac{15\theta}2=2n\pi\pm\frac{5\theta}2$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$5\theta=2n\pi$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$\theta=\frac{2n\pi}5$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$10\theta=2n\pi$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$\theta=\frac{n\pi}5$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contained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negative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$\theta=\frac{2n\pi}5$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contained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$\theta=\frac{n\pi}5$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$\theta=\frac{p\pi}5$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$-\pi\le\frac{p\pi}5\le\pi\Rightarrow-5\le p\le5$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negative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$p=-1,\dots,-5$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instead of equate: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product of sines, and one factor's zeros contain the other's.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instead of equate: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X-\cos Y=-2\sin\frac{X+Y}2\sin\frac{X-Y}2$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product of sines, and one factor's zeros contain the other's.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product-to-sum,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zero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zero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product-to-sum,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$\cos\frac{15\theta}2-\cos\frac{5\theta}2=0$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X-\cos Y=-2\sin\frac{X+Y}2\sin\frac{X-Y}2$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$-2\sin(5\theta)\sin\left(\frac{5\theta}2\right)=0$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$\sin5\theta=2\sin\frac{5\theta}2\cos\frac{5\theta}2$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equation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set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original equation is 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one of them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equation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$\theta=\frac{k\pi}5$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set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original equation is 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$k=-5,\dots,5$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one of them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$m=n=\frac{11-1}2=5$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solution families are written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their union: here the first is a subset of the second, so nothing is double counted.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is unchanged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are even), then positive and negative solutions are equal in number,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counting positives and negatives.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X=\cos Y\iff X=2n\pi\pm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X-\cos Y=-2\sin\frac{X+Y}2\sin\frac{X-Y}2$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solution families are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$\frac{2n\pi}5$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their union: here the first is a subset of the second, so nothing is double counted.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is unchanged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are even), then positive and negative solutions are equal in number,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counting positives and negatives.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   (B) 64   (C) 16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$S=\left\{x\in\left(-\frac\pi2,\frac\pi2\right):9^{1-\tan^2x}+9^{\tan^2x}=10\right\}$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$\beta=\sum_{x\in S}\tan^2\left(\frac x3\right)$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$\frac16(\beta-14)^2$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   (B) 64   (C) 16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Exponential equations,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$y=9^{\tan^2x}$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$9^{1-\tan^2x}=\frac9y$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$y^2-10y+9=0$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$9^{1-\tan^2x}+9^{\tan^2x}=10$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$y=9^{\tan^2x}$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$9^{1-\tan^2x}=\frac9y$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$\frac9y+y=10\Rightarrow y^2-10y+9=0\Rightarrow(y-1)(y-9)=0$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$9^{\tan^2x}=1\Rightarrow\tan^2x=0\Rightarrow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$9^{\tan^2x}=9\Rightarrow\tan^2x=1\Rightarrow\tan x=\pm1\Rightarrow x=\pm\frac\pi4$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$\beta=\sum\tan^2\frac x3=\tan^2\frac03+\tan^2\frac\pi{12}+\tan^2\frac\pi{12}$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$=2\tan^2\frac\pi{12}=2(2-\sqrt3)^2=2(7-4\sqrt3)$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$\beta=14-8\sqrt3\Rightarrow\frac16(\beta-14)^2=\frac{192}{6}=32$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and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spotted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there are no others.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$9^t+9^{1-t}$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and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spotted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there are no others.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Inspection: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two roots;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$f(t)=9^t+9^{1-t}=10$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Inspection: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$1+9=10$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two roots;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form: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$\tan^2\frac\pi{12}=\frac{1-\cos\frac\pi6}{1+\cos\frac\pi6}=\frac{2-\sqrt3}{2+\sqrt3}=(2-\sqrt3)^2=7-4\sqrt3$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$\beta=0+2(7-4\sqrt3)=14-8\sqrt3$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$(\beta-14)^2=192$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$\frac{192}6=32$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convex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two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even function summed over a solution set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 twice the positive part: here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$a^t+a^{c-t}$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convex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$a^t+a^{c-t}=k$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two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$y+\frac k y=m$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$y^2-my+k=0$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$\tan^2\frac\theta2=\frac{1-\cos\theta}{1+\cos\theta}$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$\tan\frac\pi{12}=2-\sqrt3$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$\tan\frac{5\pi}{12}=2+\sqrt3$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even function summed over a solution set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 twice the positive part: 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10   (C) 8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$S=\left\{\theta\in[0,2\pi]:3\cos^4\theta-5\cos^2\theta-2\sin^6\theta+2=0\right\}$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10   (C) 8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factorisation and number of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factorisation and number of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expression factors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$-5\cos^2\theta+2=-3\cos^2\theta+2\sin^2\theta$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expression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$\sin^2\theta\cos^2\theta(2\sin^2\theta-1)$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has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wrong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$3\cos^4\theta-5\cos^2\theta-2\sin^6\theta+2=0$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$-5\cos^2\theta=-3\cos^2\theta-2\cos^2\theta$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$3\cos^4\theta-3\cos^2\theta-2\cos^2\theta-2\sin^6\theta+2=0$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$-2\cos^2\theta+2=2\sin^2\theta$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$3\cos^4\theta-3\cos^2\theta+2\sin^2\theta-2\sin^6\theta=0$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$3\cos^2\theta(\cos^2\theta-1)+2\sin^2\theta(1-\sin^4\theta)=0$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wrong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$-3\cos^2\theta\sin^2\theta+2\sin^2\theta(1+\sin^2\theta)\cos^2\theta=0$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$1-\sin^4\theta=\cos^2\theta(1+\sin^2\theta)$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(C1)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(C2)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(C3)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- 4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$\sin^2\theta\cos^2\theta\left(-3+2+2\sin^2\theta\right)=0$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$\sin^2\theta\cos^2\theta\left(2\sin^2\theta-1\right)=0$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$\theta=0,\pi,2\pi$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$\theta=\frac\pi2,\frac{3\pi}2$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$\theta=\frac\pi4,\frac{3\pi}4,\frac{5\pi}4,\frac{7\pi}4$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- 4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$=3+2+4=9$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whole expression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count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whole expression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$\frac{w(w^2-1)}4$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$\cos2\theta\in\{0,1,-1\}$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count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$2\theta\in[0,4\pi]$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$3u^2-5u-2(1-u)^3+2=2u^3-3u^2+u=u(2u-1)(u-1)$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$u=\frac{1+w}2$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$u(2u-1)(u-1)=\frac{1+w}2\cdot w\cdot\frac{w-1}2=\frac{w(w^2-1)}4$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$\cos2\theta\,(\cos^22\theta-1)=0$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$\cos2\theta=0,\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- 4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 solutions.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$\phi=2\theta\in[0,4\pi]$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$\phi=\frac\pi2,\frac{3\pi}2,\frac{5\pi}2,\frac{7\pi}2$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- 4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$\phi=0,2\pi,4\pi$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 solutions.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$\cos\phi=-1$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$\phi=\pi,3\pi$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$4+3+2=9$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expression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factor the resulting polynomial; the equation here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factors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closed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 both ends: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expansions: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$\sin^2\theta,\cos^2\theta$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factor the resulting polynomial; the equation here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$u(2u-1)(u-1)=0$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$\sin^2\theta\cos^2\theta(2\sin^2\theta-1)=-\frac{\sin^22\theta\cos2\theta}{4}$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factors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$\cos2\theta\in\{0,\pm1\}$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closed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 both ends: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expansions: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$\sin^4+\cos^4=1-2\sin^2\cos^2$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$\sin^6+\cos^6=1-3\sin^2\cos^2$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$2\tan^2\theta-5\sec\theta=1$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$\left[0,\frac{n\pi}2\right]$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 k{2^k}$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$\frac1{2^{14}}\left(2^{15}-15\right)$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$1-\frac{15}{2^{13}}$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$\frac1{2^{13}}\left(2^{14}-15\right)$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$\frac1{2^{15}}\left(2^{14}-14\right)$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number of solutions in an interval, Arithmetico-geometric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seventh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$\alpha,2\pi-\alpha,2\pi+\alpha,\dots$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seventh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$6\pi+\alpha$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$2\tan^2\theta-5\sec\theta-1=0\Rightarrow2\sec^2\theta-5\sec\theta-3=0$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$(2\sec\theta+1)(\sec\theta-3)=0\Rightarrow\sec\theta=-\frac12$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in increasing order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seventh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fit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$\alpha=\cos^{-1}\frac13\in\left(0,\frac\pi2\right)$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in increasing order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$\alpha,\,2\pi-\alpha,\,2\pi+\alpha,\,4\pi-\alpha,\,4\pi+\alpha,\,6\pi-\alpha,\,6\pi+\alpha$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seventh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$6\pi+\alpha&lt;6\pi+\frac\pi2=\frac{13\pi}2$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fit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$[0,6\pi]$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$S=\sum_{k=1}^{13}\frac k{2^k}=\frac12+\frac2{2^2}+\frac3{2^3}+\dots+\frac{13}{2^{13}}$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$\frac12S=\frac1{2^2}+\frac2{2^3}+\dots+\frac{12}{2^{13}}+\frac{13}{2^{14}}$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S2=\frac12+\frac1{2^2}+\dots+\frac1{2^{13}}-\frac{13}{2^{14}}$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S2=\frac12\cdot\frac{1-\frac1{2^{13}}}{1-\frac12}-\frac{13}{2^{14}}$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$S=2\left(\frac{2^{13}-1}{2^{13}}\right)-\frac{13}{2^{13}}=\frac{2^{14}-15}{2^{13}}$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$\frac1{2^{13}}\left(2^{14}-15\right)$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the 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subtraction trick.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the sum: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k{2^k}=a_{k-1}-a_k$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$a_k=\frac{k+2}{2^k}$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$\sum_{k=1}^nk2^{-k}=2-\frac{n+2}{2^n}$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subtraction trick.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$a_k=\frac{k+2}{2^k}$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$a_{k-1}-a_k=\frac{2(k+1)}{2^k}-\frac{k+2}{2^k}=\frac k{2^k}$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$\sum_{k=1}^n\frac k{2^k}=a_0-a_n=2-\frac{n+2}{2^n}$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count of solutions is unchanged: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count of solutions is unchanged: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$\sum_{k=1}^{13}\frac k{2^k}=2-\frac{15}{2^{13}}=\frac{2^{14}-15}{2^{13}}$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$\frac1{2^{13}}\left(2^{14}-15\right)$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1.99817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1.99817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positive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 - reject such roots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$\sum_{k=1}^nk\,r^{k}$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$\sum_{k=1}^n\frac k{2^k}=2-\frac{n+2}{2^n}$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$1.99817$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$1.99817$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positive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$\alpha,\,2\pi-\alpha,\,2\pi+\alpha,\,4\pi-\alpha,\dots$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$(2j+1)$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 - reject such roots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$\tan^2\theta=\sec^2\theta-1$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$\alpha,-\frac\pi2&lt;\alpha&lt;\frac\pi2$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$4\cos\theta+5\sin\theta=1$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$\frac{10-\sqrt{10}}{12}$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$\frac{\sqrt{10}-10}{6}$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$\frac{10-\sqrt{10}}{6}$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$\frac{\sqrt{10}-10}{12}$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reject the root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$(4+5\tan\theta)^2=1+\tan^2\theta$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reject the root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$4+5\tan\theta&lt;0$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$4\cos\theta+5\sin\theta=1$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$4+5\tan\theta=\sec\theta$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$16+40\tan\theta+25\tan^2\theta=1+\tan^2\theta$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$24\tan^2\theta+40\tan\theta+15=0$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$\tan\theta=\frac{-40\pm\sqrt{1600-1440}}{48}=\frac{-10\pm\sqrt{10}}{12}$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$4+5\tan\theta&gt;0$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$\tan\theta=-\frac{10+\sqrt{10}}{12}\approx-1.097$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$4+5\tan\theta&lt;0$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$\tan\alpha=\frac{\sqrt{10}-10}{12}$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$\frac{\sqrt{10}-10}{12}$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intersection of the unit circle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it with the foot of the perpendicular and read off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$(\cos\alpha,\sin\alpha)$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intersection of the unit circle with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$4x+5y=1$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it with the foot of the perpendicular and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point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foot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 length on the unit circle: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direction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points: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foot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$\frac{(4,5)}{41}$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$\frac1{\sqrt{41}}$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 length on the unit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$\sqrt{1-\frac1{41}}=\frac{2\sqrt{10}}{\sqrt{41}}$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$\frac{(-5,4)}{\sqrt{41}}$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$\left(\frac{4\mp10\sqrt{10}}{41},\frac{5\pm8\sqrt{10}}{41}\right)$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lower sign: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0.5698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lower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$\left(\frac{4+10\sqrt{10}}{41},\frac{5-8\sqrt{10}}{41}\right)$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 yx=\frac{5-8\sqrt{10}}{4+10\sqrt{10}}$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$\frac{10\sqrt{10}-4}{10\sqrt{10}-4}$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$\frac{82\sqrt{10}-820}{984}=\frac{\sqrt{10}-10}{12}$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$-0.5698$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$4\cos\alpha+5\sin\alpha=1$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$\frac{\sqrt{10}-10}{12}$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squared-tangent form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solutions exist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creates an extraneous root. Test each root with the sign condition that was lost: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the quadratic correspond to the two solutions of the equation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interval restriction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squared-tangent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$(b^2-c^2)T^2+2abT+(a^2-c^2)=0$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$24T^2+40T+15=0$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solutions exist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$|c|\le\sqrt{a^2+b^2}$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creates an extraneous root. Test each root with the sign condition that was lost: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$\sec\theta&gt;0\Rightarrow4+5T&gt;0$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the quadratic correspond to the two solutions of the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interval restriction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solutions are the endpoints of a chord of the unit circle cut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product of the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0.5698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1.0969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solutions are the endpoints of a chord of the unit circle cut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product of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$\frac{a^2-c^2}{b^2-c^2}=\frac{15}{24}=0.625$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$(-0.5698)(-1.0969)$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0   (C) -1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$\frac{3\cos2x+\cos^32x}{\cos^6x-\sin^6x}=x^3-x^2+6$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0   (C) -1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identities: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multiple angles, Cubic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multiple angles, Cubic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left side collapse to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$\cos^6x-\sin^6x=\cos2x\left(1-\sin^2x\cos^2x\right)$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left side collapse to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$\frac{3\cos2x+\cos^32x}{\cos^6x-\sin^6x}=x^3-x^2+6$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$=\cos2x\left(3+\cos^22x\right)$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$=\left(\cos^2x-\sin^2x\right)\left[\sin^4x+\cos^4x+\sin^2x\cos^2x\right]$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$\cos^2x-\sin^2x=\cos2x$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$\sin^4x+\cos^4x+\sin^2x\cos^2x=1-\sin^2x\cos^2x$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$=\frac{3+\cos^22x}{1-\sin^2x\cos^2x}$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$\sin^2x\cos^2x=\frac{\sin^22x}4$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$=4\cdot\frac{3+\cos^22x}{4-\sin^22x}$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fraction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sum of the real solutions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$4-\sin^22x=3+\cos^22x$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$x^3-x^2+6=4$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$(x+1)\left(x^2-2x+2\right)=0$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$(x+1)\left((x-1)^2+1\right)=0$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$\cos(-2)\ne0$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sum of the real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exactly a quarter of the numerator.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$\cos^2x=\frac{1+c}2$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$\sin^2x=\frac{1-c}2$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$\cos^6x-\sin^6x=\frac{3c+c^3}4$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exactly a quarter of the numerator.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$\cos^6x=\left(\frac{1+c}2\right)^3$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$\sin^6x=\left(\frac{1-c}2\right)^3$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$\cos^6x-\sin^6x=\frac18\left[(1+c)^3-(1-c)^3\right]=\frac18\left(6c+2c^3\right)=\frac{3c+c^3}4$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$=\frac{3c+c^3}{(3c+c^3)/4}=4$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$c(3+c^2)\ne0$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$f(x)=x^3-x^2+2=0$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$f\left(\frac23\right)=\frac{50}{27}&gt;0$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powers into polynomials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side of a 'transcendental' equation is secretly constant, the equation is a disguised polynomial; always keep the excluded points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mind.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$\cos^6x-\sin^6x=\frac{\cos2x\left(3+\cos^22x\right)}4$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$\cos^2x=\frac{1+\cos2x}2$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$\sin^2x=\frac{1-\cos2x}2$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powers into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$\sin^4x+\cos^4x=\frac{3+\cos4x}4$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$\sin^6x+\cos^6x=\frac{5+3\cos4x}8=1-\frac34\sin^22x$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side of a 'transcendental' equation is secretly constant, the equation is a disguised polynomial; always keep the excluded points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mind.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real roots: only apply Vieta to the real roots.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real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Vieta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which is exactly the trap behind the printed key.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local max and local min of the same sign has exactly one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real roots: only apply Vieta to the real roots.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$-1,\,1\pm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real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Vieta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which is exactly the trap behind the printed key.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local max and local min of the same sign has exactly one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$2\sin^3x+\sin2x\cos x+4\sin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$\left[0,\frac{n\pi}2\right]$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$x^2+nx+(n-3)=0$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$\left(-\frac{\sqrt{17}}2,\frac{\sqrt{17}}2\right)$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number of solutions in an interval, Quadratic equations: nature and sign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cubic term, leaving the linear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$\sin2x\cos x=2\sin x(1-\sin^2x)$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cubic term, leaving the linear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$2\sin^3x+2\sin x\cos^2x+4\sin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$\sin2x\cos x=2\sin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$2\sin^3x+2\sin x\left(1-\sin^2x\right)+4\sin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$2\sin^3x+6\sin x-2\sin^3x-4=0$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$6\sin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 \pi-\alpha,\ 2\pi+\alpha,\ 3\pi-\alpha,\dots$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$\alpha=\sin^{-1}\frac23\in\left(0,\frac\pi2\right)$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three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shows this holds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negative, i.e. they belong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three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$\alpha,\pi-\alpha,2\pi+\alpha$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$\frac{n\pi}2\ge2\pi+\alpha$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$&lt;3\pi-\alpha$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shows this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$\alpha,\beta=\frac{-5\pm\sqrt{17}}2$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$\sqrt{17}&lt;5$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negative, i.e. they belong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read off the roots' signs from sum and product without solving the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$2\sin^3x+2\sin x\cos^2x=2\sin x\left(\sin^2x+\cos^2x\right)=2\sin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read off the roots' signs from sum and product without solving the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three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$\sin2x\cos x=2\sin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$2\sin^3x+\sin2x\cos x=2\sin x\left(\sin^2x+\cos^2x\right)=2\sin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x+4\sin 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$\alpha,\pi-\alpha,2\pi+\alpha,3\pi-\alpha,\dots$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three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$2\pi+\alpha\le\frac{n\pi}2&lt;3\pi-\alpha$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two solutions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four.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with positive product and negative sum are both negative: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$\frac{5\pi}2=2\pi+\frac\pi2\ge2\pi+\alpha$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$\frac{5\pi}2&lt;3\pi-\alpha$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two solutions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four.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$25-8=17&gt;0$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with positive product and negative sum are both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groupings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similarly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three solutions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 of real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both negative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positive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opposite signs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groupings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$2\sin^3x+2\sin x\cos^2x=2\sin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$\sin^3x\cos x+\sin x\cos^3x=\sin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$\alpha,\pi-\alpha,2\pi+\alpha,3\pi-\alpha,\dots$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three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$\left[0,\frac{n\pi}2\right]$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 of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both negative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positive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opposite signs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$\approx-0.438$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$-4.562$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solutions,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more than 2   (C) 2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solutions,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x}-2e^{-\sin 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more than 2   (C) 2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equations, Trigonometric equations: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equations, Trigonometric equations: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$y=1+\sqrt3$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would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x=\ln(1+\sqrt3)&gt;1$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$y-\frac2y=2\Rightarrow y^2-2y-2=0$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solution: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x}=\sqrt3+1\Rightarrow\sin x=\ln\left(\sqrt3+1\right)$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$\sqrt3+1\approx2.732&gt;e\approx2.718$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$\ln\left(\sqrt3+1\right)&gt;1$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solution: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its largest value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$g(s)=e^s-2e^{-s}$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its largest value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$s=\sin x\in[-1,1]$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$g(1)=e-\frac2e&lt;2$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never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solutions,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$g(s)=e^s-2e^{-s}$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$g'(s)=e^s+2e^{-s}&gt;0$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$g(\sin x)\le g(1)=e-\frac2e\approx2.718-0.736=1.982$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$e-\frac2e&lt;2\iff e^2-2e-2&lt;0\iff e&lt;1+\sqrt3$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never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solutions,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an exponential,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the roots of the algebraic equation against this window.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close call: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2.7321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compare numerically, do not assume.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check: an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an exponential,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$y=e^{\sin x}\in\left[\frac1e,e\right]$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the roots of the algebraic equation against this window.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$g(s)=e^s-2e^{-s}$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$\left[\frac1e-2e,\ e-\frac2e\right]$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$e-\frac2e\approx1.982&lt;2$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close call: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$1+\sqrt3\approx2.7321$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$e\approx2.7183$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compare numerically, do not assume.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check: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$F(\sin 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3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$4\sin^2x-4\cos^3x+9-4\cos x=0;\ x\in[-2\pi,2\pi]$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3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bounding method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the left side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$4\sin^2x=4-4\cos^2x$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$4\cos^3x+4\cos^2x+4\cos x=13$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the left side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is at most its value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the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has no solution: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$4\sin^2x=4-4\cos^2x$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$4-4\cos^2x-4\cos^3x+9-4\cos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$4\cos^3x+4\cos^2x+4\cos x=13$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is at most its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$\le4+4+4=12$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the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$12&lt;13$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has no solution: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study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 x\in[-1,1]$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study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$g(c)=4c^3+4c^2+4c$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$g'(c)&gt;0$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$g(c)\le g(1)=12&lt;13$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$g(c)=4c^3+4c^2+4c=13$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$g'(c)=12c^2+8c+4$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$64-192&lt;0$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$[g(-1),g(1)]=[-4,12]$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$13\notin[-4,12]$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to one function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compare the equation with the range of that expression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in a bound requires every term to be at its maximum together: here that would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 once the equation has no solution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to one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$\sin^2x=1-\cos^2x$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compare the equation with the range of that expression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$g(c)=4c^3+4c^2+4c$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in a bound requires every term to be at its maximum together: here that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$12\ne13$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 once the equation has no solution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$\cos2x+a\sin x=2a-7$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$r=\tan9^\circ-\tan27^\circ-\frac1{\cot63^\circ}+\tan81^\circ$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range of a parameter, Trigonometric ratios of special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 x-2)\left(a-2(\sin x+2)\right)=0$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$a=2(\sin x+2)\in[2,6]$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$\tan\theta+\cot\theta=\frac2{\sin2\theta}$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$\cos2x+a\sin x=2a-7\Rightarrow1-2\sin^2x+a\sin x-2a+7=0$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$a(\sin x-2)=2(\sin^2x-4)=2(\sin x-2)(\sin 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$a=2(\sin 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$a\in[2,6]$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$p=2,\ 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$\frac1{\cot63^\circ}=\tan63^\circ=\cot27^\circ$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$\tan81^\circ=\cot9^\circ$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$r=\tan9^\circ+\cot9^\circ-\tan27^\circ-\cot27^\circ$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$\tan\theta+\cot\theta=\frac1{\sin\theta\cos\theta}$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$r=\frac1{\sin9^\circ\cos9^\circ}-\frac1{\sin27^\circ\cos27^\circ}$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$r=2\left[\frac1{\sin18^\circ}-\frac1{\sin54^\circ}\right]=2\left[\frac4{\sqrt5-1}-\frac4{\sqrt5+1}\right]$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$\sin54^\circ=\frac{\sqrt5+1}4$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$r=2\cdot4\cdot\frac{2}{4}=4$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$pqr=2\times6\times4=48$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 1: treat the equation as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Part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exact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 1: treat the equation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$\frac{a-4}2$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Part 2: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$\sin54^\circ-\sin18^\circ=2\cos36^\circ\sin18^\circ$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exact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multiply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other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solution exists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$2s^2-as+2a-8=0$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$8-2a+2a-8=0$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$s=\frac{a-4}2$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solution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$\left|\frac{a-4}2\right|\le1$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$a\in[2,6]$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$p=2,q=6$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$r=(\tan9^\circ+\tan81^\circ)-(\tan27^\circ+\tan63^\circ)$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$\tan\theta+\cot\theta=\frac2{\sin2\theta}$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$r=\frac2{\sin18^\circ}-\frac2{\sin54^\circ}$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$\frac1{\sin18^\circ}-\frac1{\sin54^\circ}=\frac{\sin54^\circ-\sin18^\circ}{\sin18^\circ\sin54^\circ}=\frac{2\cos36^\circ\sin18^\circ}{\sin18^\circ\cos36^\circ}=2$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$\sin54^\circ=\cos36^\circ$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$pqr=2\cdot6\cdot4=48$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3.99999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is linear in the parameter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after excluding any factor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cannot vanish.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$\tan\theta+\cot\theta=\frac2{\sin2\theta}$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$\tan(90^\circ-\theta)=\cot\theta$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$\tan81^\circ=\cot9^\circ$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$\tan63^\circ=\cot27^\circ$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$\tan9^\circ-\tan27^\circ-\tan63^\circ+\tan81^\circ=4$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$3.99999\ldots$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$\cos36^\circ=\sin54^\circ=\frac{\sqrt5+1}4$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$\sin54^\circ-\sin18^\circ=\frac12$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is linear in the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$a=g(\sin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after excluding any factor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cannot vanish.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$4\cos\theta-3\sin\theta=1$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$\frac4{3\sqrt6+2}$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$\frac4{3\sqrt6-2}$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$\frac{6-\sqrt6}{3\sqrt6-2}$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$\frac{6+\sqrt6}{3\sqrt6+2}$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 to get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picks the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$4\cos\theta-1=3\sin\theta$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picks the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$4\cos\theta-3\sin\theta=1\Rightarrow4\cos\theta-1=3\sin\theta$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$16\cos^2\theta+1-8\cos\theta=9\left(1-\cos^2\theta\right)$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$25\cos^2\theta-8\cos\theta-8=0$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$\cos\theta=\frac{8\pm\sqrt{64+4\cdot25\cdot8}}{2\cdot25}=\frac{8\pm4\sqrt{54}}{50}=\frac{4\pm2\sqrt{54}}{25}$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$2\sqrt{54}=6\sqrt6$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$\cos\theta=\frac{4\pm6\sqrt6}{25}$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$\cos\theta=\frac{4+6\sqrt6}{25}$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$\frac4{3\sqrt6-2}=\frac{4(3\sqrt6+2)}{54-4}=\frac{4+6\sqrt6}{25}$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$\cos\theta=\frac4{3\sqrt6-2}$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$\frac4{3\sqrt6-2}$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Auxiliary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subtraction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Auxiliary angle: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$4\cos\theta-3\sin\theta=5\cos(\theta+\varphi)$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$\cos\varphi=\frac45$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$\theta=\beta-\varphi$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$\cos\beta=\frac15$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subtraction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1.3694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0.7259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$4\cos\theta-3\sin\theta=5\cos(\theta+\varphi)$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$\cos(\theta+\varphi)=\frac15$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$\beta=\cos^{-1}\frac15$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$\sin\beta=\frac{2\sqrt6}5$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$\theta=\beta-\varphi\approx1.3694-0.6435=0.7259\in\left[0,\frac\pi4\right]$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$\cos\theta=\cos(\beta-\varphi)=\cos\beta\cos\varphi+\sin\beta\sin\varphi=\frac15\cdot\frac45+\frac{2\sqrt6}5\cdot\frac35$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$=\frac{4+6\sqrt6}{25}=\frac4{3\sqrt6-2}$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$\frac4{3\sqrt6-2}$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creates extraneous roots - test with the interval: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check via the sign change: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root lies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to match options: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$a\cos\theta+b\sin\theta=R\cos(\theta-\varphi)$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 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 bR$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$4\cos\theta-3\sin\theta=5\cos(\theta+\varphi)$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$\varphi=\tan^{-1}\frac34$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creates extraneous roots - test with the interval: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$\cos\theta\ge\cos\frac\pi4\approx0.707$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$\frac{4-6\sqrt6}{25}\approx-0.43$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$0.748$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check via the sign change: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to match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$\frac4{3\sqrt6-2}=\frac{4(3\sqrt6+2)}{50}$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roots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and largest elements of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$S=\{\sin^22\theta:(\sin^4\theta+\cos^4\theta)x^2+(\sin2\theta)x+(\sin^6\theta+\cos^6\theta)=0$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roots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and largest elements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$3\left((\alpha-2)^2+(\beta-1)^2\right)$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Quadratic equations: discriminant condition for real roots, Trigonometric identities: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Quadratic equations: discriminant condition for real roots, Trigonometric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$\sin^4+\cos^4$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$\sin^6+\cos^6$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$t=\sin^22\theta$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$\sin^4\theta+\cos^4\theta=1-\frac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$\sin^6\theta+\cos^6\theta=1-\frac{3t}4$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inequality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$\sin^22\theta-4\left(\sin^4\theta+\cos^4\theta\right)\left(\sin^6\theta+\cos^6\theta\right)\ge0$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$\sin^6\theta+\cos^6\theta=1-\frac{3t}4$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$t-4\left(1-\frac t2\right)\left(1-\frac{3t}4\right)\ge0$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$3t^2-12t+8\le0$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$t\in\left[2-\frac2{\sqrt3},\,2+\frac2{\sqrt3}\right]$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$t\in\left[2-\frac2{\sqrt3},1\right]$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$3\left((\alpha-2)^2+(\beta-1)^2\right)=3\left(\frac43+0\right)=4$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condition becomes the bi-quadratic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variable that already lives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$\sin^4+\cos^4=\frac{1+w^2}2$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$\sin^6+\cos^6=\frac{1+3w^2}4$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condition becomes the bi-quadratic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$3w^4+6w^2-1\le0$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variable that already lives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of the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$\sin^22\theta=1-w^2$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$\sin^4\theta+\cos^4\theta=\frac{1+w^2}2$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$\sin^6\theta+\cos^6\theta=\frac{1+3w^2}4$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$D=1-w^2-4\cdot\frac{1+w^2}2\cdot\frac{1+3w^2}4=1-w^2-\frac{1+4w^2+3w^4}2=\frac{1-6w^2-3w^4}2$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$D\ge0\iff3w^4+6w^2-1\le0\iff w^2\le-1+\frac2{\sqrt3}\approx0.1547$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of the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already respects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$w^2\in\left[0,\frac2{\sqrt3}-1\right]$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$t=1-w^2\in\left[2-\frac2{\sqrt3},1\right]$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already respects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$3\left(\frac43+0\right)=4$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defined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𝑐𝑜𝑛𝑑𝑖𝑡𝑖𝑜𝑛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the condition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intersect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Forgetting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intersect with the range of the underlying trigonometric quantity.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has no real roots (verified).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$\sin^4\theta+\cos^4\theta=1-\frac12\sin^22\theta$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$\sin^6\theta+\cos^6\theta=1-\frac34\sin^22\theta$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$\frac{1+w^2}2$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$\frac{1+3w^2}4$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$\{\sin^22\theta:\ \text{condition}\}$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the condition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Forgetting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$\beta=2+\frac2{\sqrt3}\approx3.15$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intersect with the range of the underlying trigonometric quantity.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$\frac12x^2+x+\frac14=0$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$D=1-\frac12&gt;0$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has no real roots (verified).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$\sin^2x+(2+2x-x^2)\sin x-3(x-1)^2=0$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number of solutions,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graphical counting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number of solutions,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graphical counting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expression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$2+2x-x^2=3-(x-1)^2$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expression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 x+3)\left(\sin x-(x-1)^2\right)$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$2+2x-x^2=3-(x-1)^2$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$\sin^2x+\left(3-(x-1)^2\right)\sin x-3(x-1)^2=0$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$\sin^2x+3\sin x-(x-1)^2\sin x-3(x-1)^2=0$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x\left(\sin x+3\right)-(x-1)^2\left[\sin x+3\right]=0$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x+3)\left(\sin x-(x-1)^2\right)=0$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intersect at two points (one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x\ne-3$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Sketch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intersect at two points (one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Concavity: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at most two zeros, and sign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 there are exactly two.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Concavity: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$g(x)=\sin x-(x-1)^2$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$g''=-\sin x-2&lt;0$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at most two zeros, and sign changes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 there are exactly two.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at most two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$s^2+(3-p)s-3p=0$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$(3-p)^2+12p=(p+3)^2$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 x-(x-1)^2=0$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$g''(x)=-\sin x-2\le-1&lt;0$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at most two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the intermediate value theorem there is a zero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$g(1)=\sin1&gt;0$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$g(2)=\sin2-1&lt;0$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the intermediate value theorem there is a zero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$x\approx0.386$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$x\approx1.962$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coefficients, test whether the discriminant is a perfect square: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Concave (or convex)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has at most two zeros there - a rigorous replacement for 'the graphs meet twice'.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shrink the search: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Sign-change checks at a few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locate the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coefficients, test whether the discriminant is a perfect square: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$D=\left((x-1)^2+3\right)^2$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Concave (or convex)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has at most two zeros there - a rigorous replacement for 'the graphs meet twice'.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shrink the search: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$0\le(x-1)^2\le1$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Sign-change checks at a few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locate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$x\approx0.386$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$1.962$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16 questions, 64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Trigonometric Equations (Exercise J-M) SHEET TRIGONOMETRIC EQUATION · Exercise J-M (JEE Main)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