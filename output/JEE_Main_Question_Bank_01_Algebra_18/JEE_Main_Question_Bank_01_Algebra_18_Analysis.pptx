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2.0</c:v>
                </c:pt>
                <c:pt idx="10">
                  <c:v>2.0</c:v>
                </c:pt>
                <c:pt idx="11">
                  <c:v>3.0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3.0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stops at $z^3=1$ and writes 'Now $|1-a|=|1+b|$ $\Rightarrow$ 10 pairs': it treats only $z=1$ (which alone gives 4 pairs) and gives no count. The counting for $z=1$ and for $z=\omega,\omega^2$ (6 pairs) was missing and has been added; the answer 10 is correct (verified by brute force).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second line reads $1+7\alpha+21\alpha^2+35\alpha^3+35\alpha^4+24\alpha^5+7\alpha^6+\alpha^9$: the coefficient ${}^7C_5=21$ (not 24) and the last term is $\alpha^7$ (not $\alpha^9$). Its next line has the correct values, so the final working and the answer are unchanged. The PDF also does not mention that $A,B,C$ are not unique (any $(A+t,B+t,C+t)$ works because $1+\alpha+\alpha^2=0$); the expression asked is the same for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$\sigma^2=\frac{\sum x_i^2-52^2+40^2}{100}-\mu^2=25$: the square of the wrong value is $50^2$, not $52^2$ (with $52^2$ the result is $22.96$, not $25$). Its last line also reads $100(\mu+\sigma)$ where $10(\mu+\sigma)$ is meant. Corrected to $50^2$ and $10(\mu+\sigma)$;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– Algebra 18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Complex Numbers and Statistics (Q341–Q360)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202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among the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all the real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all the real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are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202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$A=\{z\in\mathbb{C}:\mathrm{Re}(a+\bar z)&gt;\mathrm{Im}(\bar a+z)\}$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$B=\{z\in\mathbb{C}:\mathrm{Re}(a+\bar z)&lt;\mathrm{Im}(\bar a+z)\}$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among the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$\mathrm{Re}(a),\mathrm{Im}(a)&gt;0$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all the real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$\mathrm{Re}(a),\mathrm{Im}(a)&lt;0$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all the real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are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Inequalities in the Argand plane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complex expression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Inequalities in the Argand plane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complex expression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each set into a half-plane, and one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outside it disproves the statement.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$a=x_1+iy_1$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each set into a half-plane, and one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outside it disproves the statement.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$a=x_1+iy_1$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$\mathrm{Re}(a+\bar z)&gt;\mathrm{Im}(\bar a+z)$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$x_1+x&gt;-y_1+y$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strict inequality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valid: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contain all real numbers: S1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valid: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$\mathrm{Re}(a)=x_1=2&gt;0$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$\mathrm{Im}(a)=y_1=10&gt;0$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$-y_1+y=-10$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strict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$-10&gt;-10$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valid: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$z=-12\notin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contain all real numbers: S1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$\mathrm{Re}(a+\bar z)&lt;\mathrm{Im}(\bar a+z)$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$x_1+x&lt;-y_1+y$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$y_1=-10&lt;0$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$-y_1+y=10$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$10&lt;10$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valid: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$z=12\notin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Hence S2 is false too. Both statements are false: option (B).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both are false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set is an open half-plane bounded by a line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real axis crosses that line, so it cannot lie wholly inside either set.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set is an open half-plane bounded by a line of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real axis crosses that line, so it cannot lie wholly inside either set.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boundary of both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open half-planes on either side of this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real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parallel to the boundary and meets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$a=x_1+iy_1$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$x-y&gt;-(x_1+y_1)$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$x-y&lt;-(x_1+y_1)$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boundary of both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$x-y=-(x_1+y_1)$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open half-planes on either side of this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real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parallel to the boundary and meets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$x=-(x_1+y_1)$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that crosses the boundary has points on both sides, so the real axis lies in neither half-plane completely.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only a half-line.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statements are false: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that crosses the boundary has points on both sides, so the real axis lies in neither half-plane completely.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$A\cap\mathbb{R}=\{x&gt;-(x_1+y_1)\}$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$B\cap\mathbb{R}=\{x&lt;-(x_1+y_1)\}$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only a half-line.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holds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statements are false: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both are false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linear inequality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describes a half-plane.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(here the real axis) lies wholly inside an open half-plane only if it is parallel to the boundary and on the correct side; a transversal line never does.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a 'contains all reals' claim, test one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boundary (equality makes a strict inequality fail),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$\mathrm{Re}(a+\bar z)=x_1+x$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$\mathrm{Im}(\bar a+z)=y-y_1$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linear inequality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describes a half-plane.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(here the real axis) lies wholly inside an open half-plane only if it is parallel to the boundary and on the correct side; a transversal line never does.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disprove a 'contains all reals' claim, test one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boundary (equality makes a strict inequality fail),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$z=-(x_1+y_1)$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in the complex plane with centre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complex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outside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collinear, then the smaller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in the complex plane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$z_0=\frac12(1+3i)$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outside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$|z_1-z_0||z_2-z_0|=1$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$z_0,z_1$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collinear, then the smaller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Collinear points and the circle in the Argand plane (product of distances from the centre)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 either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$|z_1-z_0|=\frac1{\sqrt2}$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$|z_2-z_0|=\sqrt2$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$z_0z_1$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 either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centre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$z_1-z_0=\frac{1-i}{2}$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$|z_1-z_0|=\frac{1}{\sqrt2}$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$|z_1-z_0||z_2-z_0|=1$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$|z_2-z_0|=\sqrt2$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$z_0\left(\frac12,\frac32\right)$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$\frac{1-3/2}{1-1/2}=-1$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$\theta=135^\circ$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this line: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are outside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this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$z_2=\left(\frac12+\sqrt2\cos135^\circ,\ \frac32+\sqrt2\sin135^\circ\right)$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$\left(\frac12-\sqrt2\cos135^\circ,\ \frac32-\sqrt2\sin135^\circ\right)$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$z_2=\left(-\frac12,\frac52\right)$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$z_2=\left(\frac32,\frac12\right)$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are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$|z_2|^2=\frac14+\frac{25}{4}=\frac{26}{4}=\frac{13}{2}$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$|z_2|^2=\frac94+\frac14=\frac52$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$|z_2|^2=\frac52$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Collinearity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product condition fixes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Collinearity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$z_2-z_0=t(z_1-z_0)$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product condition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$z_2=2z_1-z_0$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$3z_0-2z_1$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Collinear: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moduli: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Collinear: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$z_2-z_0=t(z_1-z_0)$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moduli: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$|t|\,|z_1-z_0|^2=1$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$|z_1-z_0|^2=\frac12$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$z_2=z_0+2(z_1-z_0)=2z_1-z_0=(2+2i)-\left(\frac12+\frac32i\right)=\frac32+\frac12i$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first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second.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Smaller value: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$z_2=z_0-2(z_1-z_0)=3z_0-2z_1=\left(\frac32+\frac92i\right)-(2+2i)=-\frac12+\frac52i$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$\frac94+\frac14=\frac52$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first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$\frac14+\frac{25}{4}=\frac{13}2$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second.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Smaller value: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collinear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same side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bar>
                          <m:barPr>
                            <m:pos m:val="top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ba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question also allows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opposite side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two answers appear; read 'smaller/larger' as a hint that both are meant.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Collinear points: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avoids slopes and angles.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$|z_1-z_0||z_2-z_0|=r^2$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$z_0,z_1,z_2$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collinear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same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$z_2-z_0=\frac{r^2}{\overline{z_1-z_0}}$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question also allows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opposite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two answers appear; read 'smaller/larger' as a hint that both are meant.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Collinear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$z_2-z_0=t(z_1-z_0)$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avoids slopes and angles.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$x^2-\sqrt2x+2=0$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$\alpha^{14}+\beta^{14}$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$-128\sqrt2$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Polar form and powers of the roots of a quadratic with complex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roots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roots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$\sqrt2e^{\pm i\pi/3}$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$\alpha^{14}+\beta^{14}=2\cdot2^7\cos\frac{14\pi}{3}$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(modulus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$x=\frac{\sqrt2\pm\sqrt{2-8}}{2}=\frac{\sqrt2\pm\sqrt6\,i}{2}$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$\alpha=\frac{\sqrt2+\sqrt6\,i}{2}=\sqrt2e^{i\pi/3}$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$\beta=\sqrt2e^{-i\pi/3}$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$\sqrt{\frac{2+6}{4}}=\sqrt2$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$\alpha^{14}=2^7e^{i14\pi/3}=128\,e^{i2\pi/3}$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$\beta^{14}=128\,e^{-i2\pi/3}$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$\alpha^{14}+\beta^{14}=128\cdot2\cos\frac{2\pi}{3}=256\cdot\left(-\frac12\right)=-128$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$-128$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both roots,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$\alpha^2=\sqrt2\alpha-2$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$\alpha^3=-2\sqrt2$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both roots,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$\alpha^{14}=(\alpha^3)^4\alpha^2$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$64(\alpha^2+\beta^2)$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calculation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likewise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$\alpha^2+\beta^2=2-4=-2$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$\alpha^2=\sqrt2\alpha-2$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$\alpha^3=\sqrt2\alpha^2-2\alpha=\sqrt2(\sqrt2\alpha-2)-2\alpha=-2\sqrt2$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calculation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$\beta^3=-2\sqrt2$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$\alpha^{14}=(\alpha^3)^4\alpha^2=(-2\sqrt2)^4\alpha^2=64\alpha^2$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$\beta^{14}=64\beta^2$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$\alpha^{14}+\beta^{14}=64(\alpha^2+\beta^2)=64(-2)=-128$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$-128$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out to be real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every high power reduces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by squaring or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for this 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$p^2&lt;4q$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q\,e^{\pm 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$\cos\theta=\frac{p}{2\sqrt 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$\alpha^n+\beta^n=2q^{n/2}\cos 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out to be real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every high power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$\alpha^{3k+r}$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by squaring 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$\arg\alpha=\frac{\pi}{3}$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for this 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$\cos\frac{14\pi}{3}=\cos\frac{2\pi}{3}=-\frac12$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$S=\{z\in\mathbb{C}:\bar z=i(z^2+\mathrm{Re}(\bar z))\}$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$\sum_{z\in S}|z|^2$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Solving an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separating real and imaginary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182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Solving an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separating real and imaginary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split into real and imaginary parts: the real part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product of two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split into real and imaginary parts: the real part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$x(2y+1)=0$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product of two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$\mathrm{Re}(\bar z)=x$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z=i(z^2+x)$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$x-iy=i(x^2-y^2+2ixy+x)$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$x-iy=i(x^2-y^2+x)-2xy$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$x(2y+1)=0$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$-y=x^2-y^2+x$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(ii)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(ii)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(ii)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$-y=-y^2$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(ii)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$\frac12=x^2-\frac14+x$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$x^2+x-\frac34=0$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$4x^2+4x-3=0$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$(2x-1)(2x+3)=0$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$z=\frac12-\frac12i$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$z=-\frac32-\frac12i$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$\sum|z|^2=0+1+\frac12+\frac52=4$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Equation (ii)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solutions are the intersections of two pairs of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Equation (ii)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$(x+y)(x-y+1)=0$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solutions are the intersections of two pairs of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real equations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second: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gives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real equations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$x(2y+1)=0$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$x^2+x-y^2+y=0$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$x^2-y^2+(x+y)=(x+y)(x-y+1)=0$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gives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$\left(-\frac32,-\frac12\right)$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$\sum|z|^2=0+1+\frac12+\frac52=4$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treat the real and imaginary parts as two curves; factorising one often turns the problem into intersecting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homogeneous-looking quadratic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substitute the candidate points back: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$z,\bar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treat the real and imaginary parts as two curves; factorising one often turns the problem into intersecting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homogeneous-looking quadratic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$x^2-y^2+(x+y)$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$(x+y)(x-y+1)$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$x^2-y^2=(x+y)(x-y)$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substitute the candidate points back: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z=-i=i(i^2+0)$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confirming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$A=\{z\in\mathbb{C}:|z-2-i|=3\}$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$B=\{z\in\mathbb{C}:\mathrm{Re}(z-iz)=2\}$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$\sum_{z\in S}|z|^2$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a circle and a line in the Argand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cutting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two points;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$\mathrm{Re}(z-iz)=x+y$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cutting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two points;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$(x-2)^2+(y-1)^2=9$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$z-iz=(x+y)+i(y-x)$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$\mathrm{Re}(z-iz)=x+y=2$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$(x-2)^2+(1-x)^2=9$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surds cancel when the two points are added.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$x=\frac{3\pm\sqrt{17}}{2}$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$y=\frac{1\mp\sqrt{17}}{2}$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$x^2=\frac{26\pm6\sqrt{17}}{4}$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$y^2=\frac{18\mp2\sqrt{17}}{4}$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surds cancel when the two points are added.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$\sum_{z\in S}|z|^2=\sum x^2+\sum y^2=\frac14[2\times26+2\times18]=\frac{88}{4}=22$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circle's equation to 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(Vieta) are needed - no surds.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circle's equation to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$|z|^2=4x+2y+4$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(Vieta) are needed - no surds.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$(x-2)^2+(y-1)^2=9$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$x^2+y^2=4x+2y+4$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$|z|^2=4x+2y+4$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$\sum_{z\in S}|z|^2=4\sum x+2\sum y+8$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$y_1+y_2=(2-x_1)+(2-x_2)=4-3=1$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$\sum|z|^2=4(3)+2(1)+8=22$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the circle,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sums over intersection points follow from Vieta.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two intersection points of a line and circle is symmetric in the roots - no need to find the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taking the real part gives a line of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$|z|^2=2\mathrm{Re}(\bar c z)+r^2-|c|^2$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the circle,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sums over intersection points follow from Vieta.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two intersection points of a line and circle is symmetric in the roots - no need to find the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$\mathrm{Re}(z-iz)=\mathrm{Re}\{(1-i)z\}=x+y$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taking the real part gives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α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$\sum_{k=1}^{n}\left(\alpha^k+\frac1{\alpha^k}\right)^2=20$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Cube roots of unity and sums of powers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when 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(period 3).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$(-1)^2=1$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$3\mid 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when 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$2^2=4$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(period 3).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answer is the same for both).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answer is the same for both).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$\left(\omega+\frac1\omega\right)^2+\left(\omega^2+\frac1{\omega^2}\right)^2+\left(\omega^3+\frac1{\omega^3}\right)^2+\left(\omega^4+\frac1{\omega^4}\right)^2+\dots=20$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$\left(\omega+\omega^2\right)^2+\left(\omega^2+\omega\right)^2+2^2+\left(\omega+\omega^2\right)^2+\dots=20$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$\frac1{\omega^k}=\omega^{-k}$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terms run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other eight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(n=10 gives 19 and n=12 gives 24).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$(-1)^2+(-1)^2+4+(-1)^2+\dots=20$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terms run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$1,1,4,1,1,4,\dots$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$k=3,6,9$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other eight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(n=10 gives 19 and n=12 gives 24).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each square: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evaluate the geometric sum by the residue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each square: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$\sum\left(\alpha^{2k}+\alpha^{-2k}+2\right)=2n+2\mathrm{Re}\sum\alpha^{2k}$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evaluate the geometric sum by the residue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last part is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three consecutive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summing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(powers of a cube root of unity), so only the leftover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rejected.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$\left(\alpha^k+\alpha^{-k}\right)^2=\alpha^{2k}+\alpha^{-2k}+2$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$2n+\sum_{k=1}^{n}\left(\omega^{2k}+\omega^{-2k}\right)$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last part is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three consecutive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$\omega^{2k}$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summing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(powers of a cube root of unity), so only the leftover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$n\bmod3$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rejected.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leftover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integer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leftover terms contribute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leftover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$\omega^{2n}+\omega^{-2n}=-1$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$2n-1=20$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integer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leftover terms contribute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$\omega^{2k}+\omega^{-2k}=-1$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$3\nmid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$2n-2=20$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$11\equiv2$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primitive cube root of unity,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otherwise; any sum of powers is periodic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full block of three consecutive powers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summand is periodic, compute one period's sum, then use the quotient and remainder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period.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primitive cube root of unity,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$\omega^k+\omega^{-k}=2$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otherwise; any sum of powers is periodic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full block of three consecutive powers sums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summand is periodic, compute one period's sum, then use the quotient and remainder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period.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$\alpha=1+\sum_{r=1}^{6}(-3)^{r-1}\,{}^{12}C_{2r-1}$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$\left(12,\sqrt3\right)$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x-\sqrt3y+1=0$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expansion (odd-indexed binomial coefficients), Cube roots of unity and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Binomial expansion (odd-indexed binomial coefficients), Cube roots of unity and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$1\pm\sqrt3 i$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the odd part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$x=\sqrt3 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$(-3)^{r-1}=\frac{x^{2r-1}}{x}$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the odd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$(1+x)^{12}$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the odd part of the expansion: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$\alpha=1+\sum_{r=1}^{6}(-1)^{r-1}\,{}^{12}C_{2r-1}\,3^{r-1}$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$(-3)^{r-1}=\frac{\left(\sqrt3 i\right)^{2r-1}}{\sqrt3 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$\alpha=1+\frac{1}{\sqrt3 i}\left({}^{12}C_1x+{}^{12}C_3x^3+\dots+{}^{12}C_{11}x^{11}\right)$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the odd part of the expansion: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$\frac{(1+x)^{12}-(1-x)^{12}}{2}$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$\alpha=1+\frac{1}{\sqrt3 i}\cdot\frac{\left(1+\sqrt3 i\right)^{12}-\left(1-\sqrt3 i\right)^{12}}{2}$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$1+\sqrt3 i=-2\omega^2$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$1-\sqrt3 i=-2\omega$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$\left(-2\omega^2\right)^{12}-\left(-2\omega\right)^{12}=2^{12}-2^{12}=0$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$\omega^{24}=\omega^{12}=1$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$x-\sqrt3y+1=0$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$\left(12,\sqrt3\right)$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$\frac{\left|12-3+1\right|}{\sqrt{1+3}}=\frac{10}{2}=5$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imaginary part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polar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raised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real, so the odd-index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imaginary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$\left(1+i\sqrt3\right)^{12}$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polar form: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$2e^{i\pi/3}$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raised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real, so the odd-index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imaginary part comes from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polar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real number.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$\left(1+i\sqrt3\right)^{12}=\sum_k{}^{12}C_k\left(i\sqrt3\right)^k$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imaginary part comes from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$\left(i\sqrt3\right)^{2r-1}=i\sqrt3\,(-3)^{r-1}$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$\mathrm{Im}\left(1+i\sqrt3\right)^{12}=\sqrt3\sum_{r=1}^{6}(-3)^{r-1}\,{}^{12}C_{2r-1}$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polar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$1+i\sqrt3=2e^{i\pi/3}$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$\left(1+i\sqrt3\right)^{12}=2^{12}e^{i4\pi}=4096$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real number.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its imaginary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its imaginary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$\sum(-3)^{r-1}\,{}^{12}C_{2r-1}=0$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$\left(12,\sqrt3\right)$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$x-\sqrt3y+1=0$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$\frac{|12-3+1|}{2}=5$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Odd-index binomial sums: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even-index: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Alternating-sign sums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real/imaginary parts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the powers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Odd-index binomial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$\sum_k{}^nC_{2k+1}x^{2k+1}=\frac{(1+x)^n-(1-x)^n}{2}$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even-index: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$\frac{(1+x)^n+(1-x)^n}{2}$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Alternating-sign sums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$\sum(-3)^{r}{}^nC_{2r}$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$\sum(-1)^r 3^r\,{}^nC_{2r+1}$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real/imaginary parts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$\left(1+i\sqrt3\right)^n$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$\left(1+i\right)^n$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the 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 i)^{2r}=(-3)^r$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$1+i\sqrt3=2e^{i\pi/3}=-2\omega^2$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$1-i\sqrt3=2e^{-i\pi/3}=-2\omega$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$\left(1\pm i\sqrt3\right)^n$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all possible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$a,b\in[-3,3]$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all possible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$\left|\frac{z-a}{z+b}\right|=1$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 z+1&amp;\omega&amp;\omega^2\\ \omega&amp;z+\omega^2&amp;1\\ \omega^2&amp;1&amp;z+\omega\end{matrix}\right|=1$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$z\in\mathbb{C}$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70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with cube roots of unity as entries, Locus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bisector) in the Argand plane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70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with cube roots of unity as entries, Locus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$|z-a|=|z+b|$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bisector) in the Argand plane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cube root of unity;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hold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giving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cube root of unity;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$|z-a|=|z+b|$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hold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$z=\omega,\omega^2$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giving a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$b=a+\text{const}$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Operate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first row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$-3\le a,b\le3$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$\left|\frac{z-a}{z+b}\right|=1$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$|z-a|=|z+b|$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R_1+R_2+R_3$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first row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$z,\ z,\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$z\left|\begin{matrix}1&amp;1&amp;1\\ \omega&amp;z+\omega^2&amp;1\\ \omega^2&amp;1&amp;z+\omega\end{matrix}\right|=1$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$z\left|\begin{matrix}1&amp;0&amp;0\\ \omega&amp;z+\omega^2-\omega&amp;1-\omega\\ \omega^2&amp;1-\omega^2&amp;z+\omega-\omega^2\end{matrix}\right|=1$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$\left(z^2-(\omega^2-\omega)^2\right)-(1-\omega)(1-\omega^2)=(z^2+3)-3=z^2$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$z=1,\ 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equal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families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do not overlap, so the number of ordered pairs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$|1-a|=|1+b|$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$(1-a)^2-(1+b)^2=-(a+b)(2-a+b)=0$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$(a,b)=(-1,-3),(0,-2),(2,0),(3,1)$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$|\omega-a|^2=1+a+a^2$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$|\omega+b|^2=1-b+b^2$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equal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$(a+b)(a-b+1)=0$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$(a,b)=(-3,-2),(-2,-1),(-1,0),(0,1),(1,2),(2,3)$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families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do not overlap, so the number of ordered pairs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$4+6=10$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(rank one), so its determinant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perpendicular bisector of the real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$zI+vv^T$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$v=(1,\omega,\omega^2)^T$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(rank one), so its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$z^3+z^2\,v^Tv=z^3$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$|z-a|=|z+b|$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perpendicular bisector of the real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rank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rank-one update,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determinant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three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(vertices of an equilateral triangle on the unit circle).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$zI+N$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$N_{ij}=\omega^{i+j}$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$N=vv^T$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$v=(1,\omega,\omega^2)^T$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rank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rank-one update,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$\det(zI+vv^T)=z^3+z^2\,(v^Tv)$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$v^Tv=1+\omega^2+\omega^4=1+\omega^2+\omega=0$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three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 \omega,\ 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(vertices of an equilateral triangle on the unit circle).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the real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lies on their perpendicular bisector, the vertical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this line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rejected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real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pairs, none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$|z-a|=|z+b|$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the real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lies on their perpendicular bisector, the vertical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$x=\frac{a-b}{2}$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this line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$\frac{a-b}{2}=1$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$(-1,-3),(0,-2),(2,0),(3,1)$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rejected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$z=\omega,\omega^2$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$\frac{a-b}{2}=-\frac12$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$a=-3,\dots,2$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pairs, none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$4+6=10$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Circulant-type shortcut: adding all rows into one row (or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pulls out a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rank one,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vertical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real parts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two values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matter; count lattice pairs on each line and remove those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Circulant-type shortcut: adding all rows into one row (or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pulls out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$zI+N$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rank one,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$\det=z^3+z^2\,\mathrm{tr}N$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$|z-p|=|z-q|$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$p\neq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vertical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$\mathrm{Re}\,z=\frac{p+q}{2}$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$\mathrm{Re}\,z=\frac{a-b}{2}$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real parts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$1,-\frac12,-\frac12$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the two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$\frac{a-b}2=1$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matter; count lattice pairs on each line and remove those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$x_1,x_2,x_3,x_4$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$4x^4+8x^3-17x^2-12x+9=0$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$\left(4+x_1^2\right)\left(4+x_2^2\right)\left(4+x_3^2\right)\left(4+x_4^2\right)=\frac{125}{16}m$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a polynomial and factorisation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Modulus of a complex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a polynomial and factorisation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$P(x)=4\prod(x-x_k)$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Modulus of a complex number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real roots, so evaluate the polynomial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take its modulus.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$4+x_k^2=|2i-x_k|^2$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real roots, so evaluate the polynomial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take its modulus.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moduli: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$4x^4+8x^3-17x^2-12x+9=4(x-x_1)(x-x_2)(x-x_3)(x-x_4)$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$4(2i)^4+8(2i)^3-17(2i)^2-12(2i)+9=4\left[(2i-x_1)(2i-x_2)(2i-x_3)(2i-x_4)\right]$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$64-64i+68-24i+9=141-88i$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moduli: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$|141-88i|=4\,|(2i-x_1)(2i-x_2)(2i-x_3)(2i-x_4)|$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both sides: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as the coefficients are real, so roots are real or in conjugate pairs).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$141^2+88^2=16\prod|2i-x_k|^2=16\prod\left(4+x_k^2\right)$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as the coefficients are real, so roots are real or in conjugate pairs).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$\prod\left(4+x_k^2\right)=\frac{19881+7744}{16}=\frac{27625}{16}$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$\frac{27625}{16}=\frac{125}{16}m$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$m=\frac{27625}{125}=221$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quartic by the rational-root test: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multiply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the four roots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quartic by the rational-root test: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$(x+1)(x+3)(2x-1)(2x-3)$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multiply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$4+x^2$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the four roots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factor;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out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$4-8-17+12+9=0$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factor;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$324-216-153+36+9=0$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out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$4x^4+8x^3-17x^2-12x+9=(x+1)(x+3)(4x^2-8x+3)=(x+1)(x+3)(2x-1)(2x-3)$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$-1,\ -3,\ \frac12,\ 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$\prod\left(4+x_k^2\right)=(4+1)(4+9)\left(4+\frac14\right)\left(4+\frac94\right)=5\cdot13\cdot\frac{17}{4}\cdot\frac{25}{4}=\frac{27625}{16}$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$\frac{27625}{16}=\frac{125}{16}m$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real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just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evaluating at a convenient (possibly complex) point avoids finding the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quartics with integer coefficients try rational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first - a full factorisation is often available.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$\prod\left(x_k^2+k^2\right)=\frac{|P(ik)|^2}{a_n^2}$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real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$P=a_n\prod(x-x_k)$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$\prod(x_k-ik)(x_k+ik)=\frac{P(ik)P(-ik)}{a_n^2}=\frac{|P(ik)|^2}{a_n^2}$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$\prod(a-x_k)$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just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$\frac{P(a)}{a_n}$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evaluating at a convenient (possibly complex) point avoids finding the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quartics with integer coefficients try rational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$\pm\frac{p}{q}$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$p\mid9$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$q\mid4$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first - a full factorisation is often available.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squares of the modulus of the elements in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squares of the modulus of the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$\{z=a+ib:\ a,b\in\mathbb{Z},\ z\in\mathbb{C},\ |z-1|\le1,\ |z-5|\le|z-5i|\}$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Lattice points in a region of the Argand plane (disc and perpendicular-bisector half-plane)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half-plane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list the lattice points of the unit disc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lie in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$|z-5|\le|z-5i|$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half-plane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$b\le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list the lattice points of the unit disc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lie in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closed disc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least as near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half-plane on or below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others lie below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closed disc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$|z-5|\le|z-5i|$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least as near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$(a-5)^2+b^2\le a^2+(b-5)^2$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half-plane on or below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$(a-1)^2+b^2\le1$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$(1,0),(0,0),(2,0),(1,1),(1,-1)$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others lie below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$(a,b)\in\{(0,0),(1,1),(1,0),(1,-1),(2,0)\}$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$|z|^2=a^2+b^2\in\{0,2,1,2,4\}$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$=0+2+1+2+4=9$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the lattice points of the disc,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required sum needs only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the lattice points of the disc,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$(a-1)^2+b^2\in\{0,1\}$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$a^2+b^2=2a-1$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required sum needs only the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centre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four points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all four neighbours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$(a-1)^2+b^2\le1$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$(a-1)^2+b^2=0$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$a^2+b^2=2a-1+\left[(a-1)^2+b^2\right]$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centre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four points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$|z-5|\le|z-5i|$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all four neighbours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$(0,0),(2,0),(1,1),(1,-1)$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Neighbours: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$a^2+b^2=2(1)-1=1$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Neighbours: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$a=0,2,1,1$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$\sum(a^2+b^2)=2(0+2+1+1)=8$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$1+8=9$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closed half-plane on the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bisector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Lattice points of a disc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an integer point: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centre and its four neighbours).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$|z-p|\le|z-q|$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closed half-plane on the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$p=5,q=5i$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bisector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Lattice points of a disc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an integer point: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centre and its four neighbours).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$|z|^2=2c\,\mathrm{Re}\,z+r^2-c^2$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$(1+\alpha)^7=A+B\alpha+C\alpha^2$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$5(3A-2B-C)$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Cube roots of unity: reducing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Binomial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Cube roots of unity: reducing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$(1+\alpha)^7$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shift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changing the number,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unchanged by that shift.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$1+\alpha+\alpha^2=0$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shift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$(t,t,t)$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changing the number,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$3A-2B-C$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unchanged by that shift.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$\alpha^2+\alpha+1=0$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$(1+\alpha)^7=1+{}^7C_1\alpha+{}^7C_2\alpha^2+{}^7C_3\alpha^3+{}^7C_4\alpha^4+{}^7C_5\alpha^5+{}^7C_6\alpha^6+{}^7C_7\alpha^7$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$=1+7\alpha+21\alpha^2+35\alpha^3+35\alpha^4+21\alpha^5+7\alpha^6+\alpha^7$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$=1+7\alpha+21\alpha^2+35+35\alpha+21\alpha^2+7+\alpha$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$=43+43\alpha+42\alpha^2$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$A=43,\ B=43,\ C=42$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$5(3A-2B-C)=5(129-86-42)=5(129-128)=5$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read off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every other valid triple differs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leaves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unchanged.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$1+\alpha=-\alpha^2$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$(1+\alpha)^7=-\alpha^{14}=-\alpha^2=1+\alpha$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read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$(A,B,C)=(1,1,0)$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every other valid triple differs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$(t,t,t)$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$3A-2B-C$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unchanged.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$\alpha^2+\alpha+1=0$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$1+\alpha=-\alpha^2$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$(1+\alpha)^7=(-\alpha^2)^7=-\alpha^{14}$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$\alpha^{14}=\alpha^{12}\alpha^2=\alpha^2$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$(1+\alpha)^7=-\alpha^2$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$-\alpha^2=1+\alpha$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$(1+\alpha)^7=1+\alpha$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$A+B\alpha+C\alpha^2$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$(A,B,C)=(1,1,0)$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other representation differs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(consistent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other representation differs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$t(1+\alpha+\alpha^2)=0$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$(A,B,C)\to(A+t,B+t,C+t)$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$3A-2B-C\to3A-2B-C+t(3-2-1)=3A-2B-C$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$5(3A-2B-C)=5(3-2-0)=5$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(consistent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$(43,43,42)$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one line instead of a full binomial expansion.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representation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unique; only differences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determined. Check that the asked expression is invariant (here the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binomial coefficients by residue class: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reducing.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$1+\omega^2=-\omega$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$(1+\omega)^n=(-1)^n\omega^{2n}$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one line instead of a full binomial expansion.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representation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$A+B\omega+C\omega^2$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unique; only differences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determined. Check that the asked expression is invariant (here the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$3,-2,-1$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binomial coefficients by residue class: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$\sum_{k\equiv j\ (3)}{}^nC_k$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reducing.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complex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circles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$\frac{1}{\bar\alpha}$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$|z-z_0|^2=4$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$|z-z_0|^2=16$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Circle in the Argand plane and the inverse 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(modulus relations)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Circle in the Argand plane and the inverse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$\frac1{\bar\alpha}$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(modulus relations)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both circle conditions: the cross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in both and can be eliminated, leaving an equation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both circle conditions: the cross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$\alpha\bar z_0+\bar\alpha z_0$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in both and can be eliminated, leaving an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$|\alpha|^2$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</m:acc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$|\alpha-z_0|^2=4\Rightarrow(\alpha-z_0)(\bar\alpha-\bar z_0)=4$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$|\alpha|^2-\alpha\bar z_0-\bar\alpha z_0+|z_0|^2=4$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$|z_0|^2=2$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$|\alpha|^2-\alpha\bar z_0-\bar\alpha z_0=2$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$\left|\frac1{\bar\alpha}-z_0\right|^2=16\Rightarrow\left(1-\bar\alpha z_0\right)\left(1-\alpha\bar z_0\right)=16|\alpha|^2$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$1-\bar\alpha z_0-\alpha\bar z_0+|\alpha|^2\cdot2=16|\alpha|^2$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(i) from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cross terms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(i) from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$1+|\alpha|^2=16|\alpha|^2-2$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cross terms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$15|\alpha|^2=3$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$5|\alpha|^2=1$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$100|\alpha|^2=20$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polar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both circle conditions contain the same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eliminated.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polar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$\alpha=re^{i\theta}$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$z_0=\sqrt2e^{i\pi/4}$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both circle conditions contain the same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$\cos\left(\theta-\frac\pi4\right)$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eliminated.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</m:acc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$\alpha=re^{i\theta}$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$z_0=\sqrt2e^{i\pi/4}$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$c=\cos\left(\theta-\frac\pi4\right)$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$|\alpha-z_0|^2=r^2+2-2\sqrt2\,rc=4$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$2\sqrt2\,c=\frac{r^2-2}{r}$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$\frac1{\bar\alpha}=\frac1re^{i\theta}$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$\left|\frac1{\bar\alpha}-z_0\right|^2=\frac1{r^2}+2-\frac{2\sqrt2c}{r}=16$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$\frac1{r^2}+2-\frac{r^2-2}{r^2}=16$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$\frac{3-r^2}{r^2}+2=16$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$3+r^2=16r^2$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$15r^2=3$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$100|\alpha|^2=20$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unit circle: it lies on the same ray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</m:acc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conditions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built from the same cross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eliminate that term by subtraction or substitution rather than solving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working formula; keep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$\frac1{\bar\alpha}$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unit circle: it lies on the same ray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$\left|\frac1{\bar\alpha}\right|=\frac1{|\alpha|}$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conditions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built from the same cross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$\mathrm{Re}(\alpha\bar z_0)$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eliminate that term by subtraction or substitution rather than solving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$|w-z_0|^2=|w|^2-2\mathrm{Re}(w\bar z_0)+|z_0|^2$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working formula; keep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$|z_0|^2=2$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$\mathrm{Im}(\alpha)&gt;\mathrm{Im}(\beta)$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$\alpha^6+\alpha^4+\beta^4-5\alpha^2$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Reducing powers of the roots of a quadratic using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Reducing powers of the roots of a quadratic using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$x^2=x-2$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expression becomes a function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$x^2+2=x$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expression becomes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$\alpha^2+\beta^2=1-4$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$x^4+4+4x^2=x^2$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$x^4=-4-3x^2$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$x^6=x^2\cdot x^4=-4x^2-3x^4=-4x^2-3(-4-3x^2)$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$x^6=12+5x^2$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$\alpha^6-5\alpha^2=12$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$\alpha^4+\beta^4=\left(-4-3\alpha^2\right)+\left(-4-3\beta^2\right)=-8-3(\alpha^2+\beta^2)$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$4-3(\alpha^2+\beta^2)$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$\alpha^2+\beta^2=1-4=-3$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$=4-3(-3)=13$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every power to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repeatedly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apply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every power to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$px+q$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repeatedly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$x^2=x-2$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apply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$x^4=(x-2)^2=x^2-4x+4=(x-2)-4x+4=-3x+2$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$x^6=x^2x^4=(x-2)(-3x+2)=-3x^2+8x-4=-3(x-2)+8x-4=5x+2$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$\alpha^6-5\alpha^2=(5\alpha+2)-5(\alpha-2)=12$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$\alpha^4+\beta^4=-3(\alpha+\beta)+4=-3+4=1$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$=12+1=13$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power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sums over both roots need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Sums of equal powers of both roots: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ordering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irrelevant when the expression's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reduces to a constant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this before choosing a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$p_nx+q_n$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$x^2=sx-p$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sums over both roots need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Sums of equal powers of both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$\alpha^n+\beta^n=s\,S_{n-1}-p\,S_{n-2}$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$S_n=S_{n-1}-2S_{n-2}$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ordering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$\mathrm{Im}\,\alpha&gt;\mathrm{Im}\,\beta$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irrelevant when the expression's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$\alpha^6,\alpha^2$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 reduces to a constant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this before choosing a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integers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natural number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$x^2-\sqrt6x+3=0$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$\mathrm{Im}(\alpha)&gt;\mathrm{Im}(\beta)$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integers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natural number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$\frac{\alpha^{99}}{\beta}+\alpha^{98}=3^n(a+ib)$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Polar form and powers of the roots of a quadratic with complex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98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polar forms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$\alpha^{98}\left(\frac\alpha\beta+1\right)=\frac{\alpha^{98}(\alpha+\beta)}{\beta}$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polar forms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$\sqrt3e^{\pm i\pi/4}$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$x=\frac{\sqrt6\pm i\sqrt6}{2}=\frac{\sqrt6}{2}(1\pm 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$\alpha=\sqrt3e^{i\pi/4}$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$\beta=\sqrt3e^{-i\pi/4}$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$\mathrm{Im}\,\alpha&gt;\mathrm{Im}\,\beta$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$\frac{\alpha^{99}}{\beta}+\alpha^{98}=\alpha^{98}\left(\frac\alpha\beta+1\right)=\frac{\alpha^{98}(\alpha+\beta)}{\beta}$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$\frac{\sqrt6}{\beta}=\sqrt2e^{i\pi/4}$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$3^{49}e^{i98\pi/4}\cdot\sqrt2e^{i\pi/4}=3^{49}\sqrt2\,e^{i99\pi/4}$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$\frac{99\pi}{4}=24\pi+\frac{3\pi}{4}$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$e^{i99\pi/4}=e^{i3\pi/4}=\frac{-1+i}{\sqrt2}$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$3^{49}(-1+i)=3^n(a+ib)$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$n=49,\ a=-1,\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$n+a+b=49-1+1=49$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whole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large 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$\frac\alpha\beta=e^{i\pi/2}=i$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$\alpha^2=3i$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whole expression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$(\alpha^2)^{49}(i+1)$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large angles.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$\alpha=\sqrt3e^{i\pi/4}$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$\beta=\sqrt3e^{-i\pi/4}$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$\frac\alpha\beta=e^{i\pi/2}=i$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$\alpha^2=3e^{i\pi/2}=3i$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$\alpha^{98}=(3i)^{49}=3^{49}i^{49}=3^{49}i$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$i^{48}=1$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$\frac{\alpha^{99}}{\beta}+\alpha^{98}=\alpha^{98}\left(\frac\alpha\beta+1\right)=3^{49}i(i+1)=3^{49}(-1+i)$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$n+a+b=49$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even powers cycle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large angles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 reduce the exponent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conjugate roots: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$\alpha=\sqrt{q}\,e^{i\theta}$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$\beta=\bar\alpha$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$\frac\alpha\beta=e^{2i\theta}$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$\alpha^2=qe^{2i\theta}$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even powers cycle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$\pm1,\pm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large angles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$\frac{99\pi}{4}\equiv\frac{3\pi}{4}$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 reduce the exponent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$\alpha+\beta=2\mathrm{Re}\,\alpha$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conjugate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number of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number of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$|1-i|^x=2^x$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$\beta=\left(\frac{|z|}{\arg(z)}\right)$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$z=\frac\pi4(1+i)^4\left[\frac{1-\sqrt\pi i}{\sqrt\pi+i}+\frac{\sqrt\pi-i}{1+\sqrt\pi i}\right]$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76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Simplifying complex expressions, modulus and argument, Number of solutions of an exponential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fractions equal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(their numerators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their denominators),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fractions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$\frac1i=-i$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(their numerators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their denominators),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$z=2\pi 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common denominator the bracket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common denominator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$\frac{(1-\sqrt\pi i)(1+\sqrt\pi i)+(\sqrt\pi-i)(\sqrt\pi+i)}{(\sqrt\pi+i)(1+\sqrt\pi i)}=\frac{1+\pi+\pi+1}{i(1+\pi)-\sqrt\pi+\sqrt\pi}=\frac{2(1+\pi)}{i(1+\pi)}=\frac2i$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$z=\frac\pi4(1+i)^4\cdot\frac2i=\frac\pi2\cdot\frac{(1+i)^4}{i}=-\frac{\pi}{2}\,i\,(1+i)^4$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$|z|=\frac\pi2\cdot|i|\cdot|1+i|^4=\frac\pi2\cdot4=2\pi$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$(1+i)^4=(2i)^2=-4$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$z=-\frac\pi2\cdot i\cdot(-4)=2\pi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one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$\beta=\frac{|z|}{\arg z}=\frac{2\pi}{\pi/2}=4$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$|1-i|^x=2^x$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$\left(\sqrt2\right)^x=2^x$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one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$\frac{|4(1)-3(4)-7|}{5}=\frac{15}{5}=3$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fraction is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algebra.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$1-\sqrt\pi i=-i\left(\sqrt\pi+i\right)$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$\sqrt\pi-i=-i\left(1+\sqrt\pi i\right)$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fraction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algebra.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$-i\left(\sqrt\pi+i\right)=-i\sqrt\pi+1=1-\sqrt\pi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$\frac{1-\sqrt\pi i}{\sqrt\pi+i}=-i$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$-i\left(1+\sqrt\pi i\right)=-i+\sqrt\pi$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$\frac{\sqrt\pi-i}{1+\sqrt\pi i}=-i$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$(1+i)^4=(2i)^2=-4$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$z=\frac\pi4(-4)(-2i)=2\pi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the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$\left(\frac{|1-i|}{2}\right)^x=\left(\frac1{\sqrt2}\right)^x=1$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the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$4x-3y-7=0$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$\frac{|4-12-7|}{5}=3$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a numerator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denominator: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memorise these.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a numerator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$\frac{1-ti}{t+i}=-i$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$-i(t+i)=1-ti$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$(1+i)^2=2i$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$(1+i)^4=-4$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$(1+i)^8=16$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memorise these.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$a^x=b^x$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 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ab\right)^x=1$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maximum and minimum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$P=\{z\in\mathbb{C}:|z+2-3i|\le1\}$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$Q=\{z\in\mathbb{C}:z(1+i)+\bar z(1-i)\le-8\}$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$P\cap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$|z-3+2i|$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maximum and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$|z_1|^2+2|z_2|^2=\alpha+\beta\sqrt2$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Maximum and minimum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region of the Argand plane (disc cut by a half-plane)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Maximum and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$|z-z_0|$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region of the Argand plane (disc cut by a half-plane)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farthest point is on the line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disc's centre, the nearest is where that line (perpendicular to the boundary)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$|z-3+2i|$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$P_0(3,-2)$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farthest point is on the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disc's centre, the nearest is where that line (perpendicular to the boundary) meets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$x-y+4=0$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half-plane above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$(x+2)^2+(y-3)^2\le1$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$z(1+i)+\bar z(1-i)=2\,\mathrm{Re}\{(1+i)z\}=2(x-y)\le-8$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$x-y+4\le0$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half-plane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$L_2:x-y+4=0$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$|z-3+2i|$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$L_1:x+y-1=0$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intersection of the circle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farthest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intersection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the foot of the perpendicular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solving,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centre, so it lies in the 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intersection of the circle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farthest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$z_1\left(-2-\frac1{\sqrt2},\ 3+\frac1{\sqrt2}\right)$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$L_1\perp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solving,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$z_2\left(-\frac32,\frac52\right)$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centre, so it lies in the disc.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$|z_1|^2=\left(2+\frac1{\sqrt2}\right)^2+\left(3+\frac1{\sqrt2}\right)^2=14+5\sqrt2$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$|z_2|^2=\frac94+\frac{25}4=\frac{17}2$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$|z_1|^2+2|z_2|^2=14+5\sqrt2+17=31+5\sqrt2$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vectors: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unit vector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formula, which lies inside the disc.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vectors: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$z_1=C+\hat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unit vector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$|z_1|^2=|C|^2+2C\cdot\hat u+1$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formula, which lies inside the disc.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farthest point of the disc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$P_0=(3,-2)$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u=\frac{C-P_0}{|C-P_0|}=\frac{(-5,5)}{5\sqrt2}=\frac{(-1,1)}{\sqrt2}$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farthest point of the disc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$z_1=C+\hat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$|z_1|^2=|C|^2+2\,C\cdot\hat u+1=13+2\cdot\frac{2+3}{\sqrt2}+1=14+5\sqrt2$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$P_0-\frac{3+2+4}{2}(1,-1)=(3,-2)-\frac92(1,-1)=\left(-\frac32,\frac52\right)$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foot is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in the disc and is the nearest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farthest point of the disc is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foot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lies in the disc and is the nearest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$P\cap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$z_2=\left(-\frac32,\frac52\right)$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$|z_2|^2=\frac{17}2$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$y-x-4=\left(3+\frac1{\sqrt2}\right)-\left(-2-\frac1{\sqrt2}\right)-4=1+\sqrt2&gt;0$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farthest point of the disc is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$|z_1|^2+2|z_2|^2=14+5\sqrt2+17=31+5\sqrt2$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$\alpha+\beta=31+5=36$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a disc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distance from an outside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on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disc cut by a half-plane, check that these points lie in the half-plane, else use the boundary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 of a line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real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describes a line or half-plane.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a disc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distance from an outside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$[\,|P_0C|-r,\ |P_0C|+r\,]$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disc cut by a half-plane, check that these points lie in the half-plane, else use the boundary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 of a line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$P_0-\frac{ax_0+by_0+c}{a^2+b^2}(a,b)$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$z(1+i)+\bar z(1-i)=2\,\mathrm{Re}\{(1+i)z\}=2(x-y)$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$\;\alpha z+\bar\alpha\bar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$=2\mathrm{Re}(\alpha 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describes a line or half-plane.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 (Statistics)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Q17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mean and the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mean and the 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$6,4,a,8,b,12,10,13$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and variance with two unknown observations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variance (via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variance (via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$ab=\frac{(a+b)^2-(a^2+b^2)}{2}$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$=\frac{6+4+a+8+b+12+10+13}{8}=9$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$53+a+b=72$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$\frac{36+16+a^2+64+b^2+144+100+169}{8}-9^2=9.25$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$\frac{529+a^2+b^2}{8}=90.25$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$529+a^2+b^2=722$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$a^2+b^2=193$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$a^2+b^2=193$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$ab=\frac{361-193}{2}=84$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$\{a,b\}=\{7,12\}$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$a+b+ab=19+84=103$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103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deviations from the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their squares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numbers are small,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deviations from the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their squares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$8\times9.25=74$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numbers are small,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$a+b+ab=(a+1)(b+1)-1$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Deviations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known values, summing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deviations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deviations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known ones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Deviations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$-3,-5,-1,3,1,4$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known values, summing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$q=b-9$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deviations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deviations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$=8\times9.25=74$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known ones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$9+25+1+9+1+16=61$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$\{p,q\}=\{3,-2\}$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$\{a,b\}=\{12,7\}$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$a+b+ab=(a+1)(b+1)-1=8\cdot13-1=103$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103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equals the mean of squared deviations from the mean, so shifting the origin to the mean makes the numbers small: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mean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equals the mean of squared deviations from the mean, so shifting the origin to the mean makes the numbers small: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d_i=0$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d_i^2=n\sigma^2$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$ab=\frac{s^2-q}{2}$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$a+b+ab=(a+1)(b+1)-1$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$a=7,b=12$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$\frac{72}{8}=9$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x^2=722$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mean and variance of five observations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variance of the observations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16.4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mean and variance of five observations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$x_1=1,x_2=3,x_3=a,x_4=7$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$x_5=b$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variance of the observations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$n+x_n$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$n=1,2,\dots,5$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$16.4$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Mean and variance with unknown observations;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Mean and variance with unknown observations; 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$n+x_n$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and variance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compute the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and variance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$a+b=14$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$a^2+b^2=116$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compute the variance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$2,5,13,11,9$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Mean: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x=\frac{1+3+a+7+b}{5}=5$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$\sigma^2=\frac{\sum x_i^2}{n}-\bar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$\frac{1^2+3^2+a^2+7^2+b^2}{5}-25=10$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$1+9+49+a^2+b^2=175$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$a^2+b^2=116$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$a^2+b^2=116$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$ab=\frac{196-116}{2}=40$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observations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observations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$n+x_n$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$2,5,13,11,9$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$\sigma^2=\frac{2^2+5^2+13^2+11^2+9^2}{5}-\left(\frac{2+5+13+11+9}{5}\right)^2$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$=80-64=16$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$\mathrm{Var}(x_n+n)=\mathrm{Var}(x)+\mathrm{Var}(n)+2\,\mathrm{Cov}(x,n)$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$\mathrm{Var}(n)=2$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$1,\dots,5$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data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data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$x=(1,3,10,7,4)$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$n=(1,2,3,4,5)$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$\mathrm{Var}(n)=\frac{1+4+9+16+25}{5}-9=2$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$\mathrm{Cov}(x,n)=\frac{\sum nx_n}{5}-\bar n\,\bar x=\frac{1+6+30+28+20}{5}-3\cdot5=17-15=2$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$\mathrm{Var}(x+n)=10+2+2(2)=16$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is unchanged by shifting all data by a constant and scales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multiplication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unknowns with given sum and sum of squares: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solve the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$\mathrm{Var}(X+Y)=\mathrm{Var}X+\mathrm{Var}Y+2\mathrm{Cov}(X,Y)$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$\mathrm{Cov}=\overline{XY}-\bar X\bar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$\frac{n^2-1}{12}$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is unchanged by shifting all data by a constant and scales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multiplication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unknowns with given sum and sum of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$ab=\frac{(a+b)^2-(a^2+b^2)}2$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solve 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$t^2-(a+b)t+ab=0$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mean and the standard deviation of the observations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mean deviation about the mode of these observations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mean and the standard deviation of the observations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$2,3,3,4,5,7,a,b$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the mean deviation about the mode of these observations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Mean, standard deviation and mean deviation about the mode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and variance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forcing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the mode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and variance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$a^2+b^2=32$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forcing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the mode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$=\frac{24+a+b}{8}=4$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$=\frac{\sum x_i^2}{n}-\bar x^2=2$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$\frac{112+a^2+b^2}{8}-16=2$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$ab=\frac{64-32}{2}=16$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$(a-b)^2=64-64=0$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observations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mode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occurs three times).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six listed deviations plus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observations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$2,3,3,4,4,4,5,7$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mode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occurs three times).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mode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$=\frac{2+1+1+0+1+3+0+0}{8}$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six listed deviations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$|a-4|=|b-4|=0$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$=\frac88=1$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Variance is the mean squared deviation about the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six known values already contribute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Variance is the mean squared deviation about the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six known values already contribute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$16=8\sigma^2$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$(a-4)^2+(b-4)^2=0$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Deviations from the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known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squares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Deviations from the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known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$2,3,3,4,5,7$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$-2,-1,-1,0,1,3$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squares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$4+1+1+0+1+9=16$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required: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(consistent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mode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the mean, so the mean deviation about the mode equals the mean absolute deviation about the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required: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$8\sigma^2=8\times2=16$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$(a-4)^2+(b-4)^2=0$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(consistent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mode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the mean, so the mean deviation about the mode equals the mean absolute deviation about the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$=\frac{2+1+1+0+1+3+0+0}{8}=1$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known data already use 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unknown must equal the mean.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as a sum of squares: it vanishes only when every deviation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this to solve unknowns instantly.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(absolute values); it is smallest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median.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$n\sigma^2=\sum(x_i-\bar 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known data already use 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unknown must equal the mean.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as a sum of squares: it vanishes only when every deviation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this to solve unknowns instantly.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$\frac1n\sum|x_i-c|$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(absolute values); it is smallest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median.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mean and standard deviation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By mistake one observation is taken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correct mean and the correct standard deviation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mean and standard deviation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By mistake one observation is taken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correct mean and the correct standard deviation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$10(\mu+\sigma)$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Correcting the mean and standard deviation for a wrongly recorded observation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old mean and variance, replace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recompute.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x_i^2$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old mean and variance, 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$50^2$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$40^2$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recompute.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mean: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Old data: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162601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sum of squares: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162601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161701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161701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1617.01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1592.01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39.9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$\mu=\frac{100\times40-50+40}{100}=39.9$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Old data: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$(5.1)^2=\frac{\sum x_i^2}{100}-(40)^2$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x_i^2=100\times40^2+100\times(5.1)^2=162601$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sum of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$162601-50^2+40^2=161701$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$\sigma^2=\frac{161701}{100}-\mu^2=1617.01-1592.01=25$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$10(\mu+\sigma)=10(39.9+5)=449$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449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Measure deviations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wrong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correct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Measure deviations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wrong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$(50-40)^2=100$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$\sum(x-40)^2$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correct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Old data have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wrong observation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correct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Old data have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$\sum(x_i-40)^2=100\times(5.1)^2=2601$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wrong observation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$(50-40)^2=100$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correct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$\sum(x_i-40)^2=2601-100=2501$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$\mu=39.9$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$\mu-40=-0.1$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25.01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39.9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$\sigma^2=\frac{\sum(x_i-40)^2}{100}-(\mu-40)^2=25.01-0.01=25$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$10(\mu+\sigma)=10(39.9+5)=449$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449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about any reference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choosing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the mean keeps the numbers small.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wrong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replaced by the right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the mean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Recompute the mean first: the corrected mean enters the variance formula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the old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about any reference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$\sigma^2=\frac{\sum(x_i-c)^2}{n}-(\bar x-c)^2$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the mean keeps the numbers small.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wrong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replaced by the right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the mean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$\frac{r-w}{n}$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$r^2-w^2$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Recompute the mean first: the corrected mean enters the variance formula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the old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– Algebra 18 Complex Numbers and Statistics (Q341–Q360)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