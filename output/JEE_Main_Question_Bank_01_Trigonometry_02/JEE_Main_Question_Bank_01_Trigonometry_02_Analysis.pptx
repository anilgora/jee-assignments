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sketches the two graphs and says there are two intersections; it does not restrict the search to [0, 2] or check signs at x = 0, 1, 2. The final answer 2 is correct. I added the range restriction and the sign checks, and the proof that there are exactly two roots is in the alternate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Trigonometry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1–3 (printed 21–23)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numerical value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roots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smallest and largest elements of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$S=\{\sin^2 2\theta:(\sin^4\theta+\cos^4\theta)x^2+(\sin 2\theta)x+(\sin^6\theta+\cos^6\theta)=0$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roots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smallest and largest elements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$3\left((\alpha-2)^2+(\beta-1)^2\right)$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Discriminant condition and 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of sine and cosine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Discriminant condition and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of sine and cosine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quadratic inequality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$\sin^4\theta+\cos^4\theta$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$\sin^6\theta+\cos^6\theta$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$t=\sin^2 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quadratic inequality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roots the discriminant must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roots the discriminant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2\theta-4(\sin^4\theta+\cos^4\theta)(\sin^6\theta+\cos^6\theta)\ge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$\sin^4\theta+\cos^4\theta=1-\frac{t}{2}$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$\sin^6\theta+\cos^6\theta=1-\frac{3t}{4}$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$t-4\left(1-\frac{t}{2}\right)\left(1-\frac{3t}{4}\right)\ge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$3t^2-12t+8\le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 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$t\in\left[2-\frac{2}{\sqrt3},\,2+\frac{2}{\sqrt3}\right]$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 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 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$t\in\left[2-\frac{2}{\sqrt3},\,1\right]$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$\alpha=2-\frac{2}{\sqrt3}$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$3\left((\alpha-2)^2+(\beta-1)^2\right)=3\left(\frac{4}{3}+0\right)=4$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monotonicity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the smaller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$f(t)=t-4\left(1-\frac t2\right)\left(1-\frac{3t}{4}\right)$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monotonicity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the smaller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zero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$f(t)=-\frac{3}{2}t^2+6t-4$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 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$f'(t)=-3t+6&gt;0$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$f(1)=-\frac32+6-4=\frac12&gt;0$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$[t_0,1]$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need to find the upper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$S=[t_0,1]$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need to find the upper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$3t^2-12t+8=0$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$t_0=\frac{12-\sqrt{144-96}}{6}=2-\frac{2}{\sqrt3}$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$\alpha-2=-\frac{2}{\sqrt3}$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$3\left((\alpha-2)^2+(\beta-1)^2\right)=3\cdot\frac43=4$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depend only 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an equation involves only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replace it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always intersect the algebraic range with this natural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vertex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there, so the solution set is a single interval with one end at the boundary.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has real roots only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odd 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$\sin^4\theta+\cos^4\theta=1-2\sin^2\theta\cos^2\theta=1-\frac12\sin^22\theta$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$\sin^6\theta+\cos^6\theta=1-3\sin^2\theta\cos^2\theta=1-\frac34\sin^22\theta$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depend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an equation involves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replace it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always intersect the algebraic range with this natural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vertex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there, so the solution set is a single interval with one end at the boundary.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$\alpha=2-\frac{2}{\sqrt3}\approx0.845$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has real roots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$\sin^22\theta\ge0.845$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odd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x+(2+2x-x^2)\sin x-3(x-1)^2=0$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factorisation and graphical counting of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expression then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$2+2x-x^2=3-(x-1)^2$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expression then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 x+3)(\sin x-(x-1)^2)$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count the intersections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$2+2x-x^2=3-(x-1)^2$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x+\left(3-(x-1)^2\right)\sin x-3(x-1)^2=0$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x+3\sin x-(x-1)^2\sin x-3(x-1)^2=0$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x(\sin x+3)-(x-1)^2(\sin x+3)=0$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x+3)\left(\sin x-(x-1)^2\right)=0$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count the intersections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intersection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a crossing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shows exactly two intersections (made rigorous in the alternate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x&lt;0&lt;(x-1)^2$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$(x-1)^2&gt;1\ge\sin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intersection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$h(x)=\sin x-(x-1)^2$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$h(1)=\sin 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$h(2)=\sin 2-1&lt;0$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a crossing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shows exactly two intersections (made rigorous in the alternate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rises then falls and can cross zero at most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$h(x)=\sin x-(x-1)^2$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concave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rises then falls and can cross zero at most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factorisation the roots are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before they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concave.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concave function has at most two zeros (a line can meet a concave graph in at most two points).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factorisation the roots are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$h(x)=\sin x-(x-1)^2$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before they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$h''(x)=-\sin x-2&lt;0$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concave.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concave function has at most two zeros (a line can meet a concave graph in at most two points).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intermediate value theorem there is a zero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there are exactly two zeros, and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$h(1)=\sin1&gt;0$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$h(2)=\sin2-1&lt;0$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intermediate value theorem there is a zero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there are exactly two zeros, and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equation is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coefficients involving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a factorisation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matching the coefficients;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factor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vanish; discard it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cut the domain, then count with sign checks plus monotonicity or concavity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at most two zeros,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most two as well).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factorisation: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equation is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coefficients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a factorisation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x+p)(\sin 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$p+(-q)$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matching the coefficients;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vanish; discard it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$|g(x)|\le1$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cut the domain, then count with sign checks plus monotonicity or concavity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at most two zeros,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most two as well).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factorisation: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1+3\sin 1=\sin 1(\sin 1+3)$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$(\sin1+3)(\sin1-0)$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2x+a\sin x=2a-7$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$r=\tan 9^\circ-\tan 27^\circ-\frac{1}{\cot 63^\circ}+\tan 81^\circ$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parameter for which a trigonometric equation is solvable, Trigonometric values of standard and related 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 x-2)\left(2(\sin x+2)-a\right)=0$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$a=2(\sin x+2)$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x\ne2$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2x=1-2\sin^2x$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$a(\sin x-2)=2(\sin x-2)(\sin 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x-2)\left(a-2(\sin x+2)\right)=0$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$a=2(\sin 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$a\in[2,6]$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$\frac{1}{\cot63^\circ}=\tan63^\circ=\cot27^\circ$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$\tan81^\circ=\cot9^\circ$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$r=\tan9^\circ+\cot9^\circ-\tan27^\circ-\cot27^\circ$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A=\frac{1}{\sin A\cos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$r=\frac{1}{\sin9^\circ\cos9^\circ}-\frac{1}{\sin27^\circ\cos27^\circ}$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$r=2\left[\frac{4}{\sqrt5-1}-\frac{4}{\sqrt5+1}\right]$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$r=2\cdot\frac{4\cdot2}{4}=4$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$pqr=2\times6\times4=48$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needing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(sign test), and combine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sum-to-product instead of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needing a root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(sign test), and combine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sum-to-product instead of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we need a root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root; the other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that the other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$g(s)=2s^2-as+2a-8=0$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we need a root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$g(2)=8-2a+2a-8=0$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root;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that the other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 a2-2\le1$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a\le6$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$g(-1)g(1)\le0$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$(3a-6)(a-6)\le0$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surds,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$r=2\left(\frac{1}{\sin18^\circ}-\frac{1}{\sin54^\circ}\right)=\frac{2(\sin54^\circ-\sin18^\circ)}{\sin18^\circ\sin54^\circ}$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A=\frac{2}{\sin2A}$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$\sin54^\circ-\sin18^\circ=2\cos36^\circ\sin18^\circ$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$r=\frac{4\cos36^\circ}{\sin54^\circ}$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$\sin54^\circ=\cos36^\circ$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surds,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$pqr=2\cdot6\cdot4=48$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by requiring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by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by the sign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the other root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angles: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classical identity (checked numerically: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3.99999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2x+a\sin x=\text{const}$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by requiring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by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by the sign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$g(-1)g(1)\le0$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the other root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A=\frac{2}{\sin2A}$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A-\tan A=2\cot2A$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$\tan(90^\circ-A)=\cot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$\tan81^\circ=\cot9^\circ$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$\tan63^\circ=\cot27^\circ$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$\tan9^\circ-\tan27^\circ-\tan63^\circ+\tan81^\circ=4$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classical identity (checked numerically: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$3.99999\ldots$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2.33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 questions, 12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Trigonometry 02 Questions 1–3 (printed 21–23)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