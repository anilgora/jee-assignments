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stops at 'Now check option' and never evaluates the four statements. The recurrence and the values p1..p5 are correct; the check of options (A)-(D)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wrote f(2)=k(-1)(-2-alpha); the factor (x-alpha) at x=2 is (2-alpha), not (-2-alpha). With the sign fixed, f(2)+f(-1)=k(5alpha+2) exactly as the PDF's next line states, so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'x-3=0 and ...' and divides by sqrt(x-3) as if x&gt;3 only; it never examines the other part of the domain (x&lt;=-3), where sqrt((x-1)(x-3)) is sqrt(1-x)*sqrt(3-x), not sqrt(x-1)*sqrt(x-3). Added the domain step and the x&lt;=-3 case (which also yields only x=7/6, rejected). Final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working stops after the polar form alpha = sqrt3 e^{i3pi/4} and prints the key (D) 9. Completing the computation gives 81 (also confirmed by direct numerical evaluation of the ratio), i.e. option (B). The answer key (D) 9 is wrong; the remaining steps were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Quadratic Equation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quadratic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one root of the equation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$(c-5)x^2-2cx+(c-4)=0$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one root of the equation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Location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root in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on both: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root in each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on both: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$f(0)f(2)&lt;0$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$f(2)f(3)&lt;0$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condition: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$f(x)=(c-5)x^2-2cx+c-4$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$f(0)\,f(2)&lt;0$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$f(2)\,f(3)&lt;0$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$f(0)=c-4$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$f(2)=4(c-5)-4c+c-4=c-24$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$f(3)=9(c-5)-6c+c-4=4c-49$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$(c-4)(c-24)&lt;0\Rightarrow c\in(4,24)$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condition: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must hold,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this interval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$(c-24)(4c-49)&lt;0\Rightarrow c\in\left(\frac{49}{4},24\right)$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must hold,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$c\in\left(\frac{49}{4},24\right)=(12.25,\,24)$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this interval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$c=13,14,\dots,23$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puts it outside.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$a\cdot f(k)$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$a\,f(k)&lt;0$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roots,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$a\,f(k)&gt;0$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puts it outside.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root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smaller root must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larger must be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left of both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root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$(c-5)(c-24)&lt;0$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$c\in(5,24)$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$c\in(5,24)$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smaller root must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larger must be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left of both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$a\,f(0)&gt;0$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$(c-5)(c-4)&gt;0$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both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both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$(c-5)(4c-49)&gt;0$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$c&gt;\frac{49}{4}$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$\frac{49}{4}&lt;c&lt;24$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$13,\dots,23$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the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discriminant check is needed,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forces two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quadratic has only two roots, so each sign change captures exactly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an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endpoint value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root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say), the root is not inside the open interval, so strict inequalities are essential.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the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$a\,f(k)&lt;0$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discriminant check is needed,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$a\,f(k)&lt;0$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forces two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$f(p)f(q)&lt;0$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$f(q)f(r)&lt;0$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quadratic has only two roots, so each sign change captures exactly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an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w\rceil-\lfloor u\rfloor-1$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$24-12-1=11$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endpoint value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root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say), the root is not inside the open interval, so strict inequalities are essential.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ratio of the roots of the quadratic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ratio of the roots of the quadratic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$3m^2x^2+m(m-4)x+2=0$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$\lambda+\frac{1}{\lambda}=1$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roots and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$\lambda+\frac1\lambda=\frac{\alpha^2+\beta^2}{\alpha\beta}$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$(\alpha+\beta)^2=3\alpha\beta$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roots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roots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$\lambda+\frac{1}{\lambda}=\frac{\alpha}{\beta}+\frac{\beta}{\alpha}=\frac{\alpha^2+\beta^2}{\alpha\beta}=1$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$\frac{(\alpha+\beta)^2-2\alpha\beta}{\alpha\beta}=1$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$\alpha+\beta=-\frac{m(m-4)}{3m^2}$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$\alpha\beta=\frac{2}{3m^2}$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$\left(\frac{m(m-4)}{3m^2}\right)^2-\frac{4}{3m^2}=\frac{2}{3m^2}$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must be non-real; the discriminant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$9m^4$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$m^2(m-4)^2-6\cdot3m^2=0$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$m^2(m-4)^2=18m^2$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$(m-4)^2-18=0\Rightarrow m=4\pm3\sqrt2$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$\lambda+\frac1\lambda=1$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must be non-real;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$m^2(m-4)^2-24m^2=m^2(18-24)&lt;0$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$4-3\sqrt2$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ratio-of-roots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ratio-of-roots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$\frac{b^2}{ac}=\lambda+\frac1\lambda+2$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$b^2\lambda=ac(1+\lambda)^2$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$\frac{b^2}{ac}=\lambda+\frac{1}{\lambda}+2$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$\lambda+\frac1\lambda=1$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$\frac{b^2}{ac}=3$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$b=m(m-4)$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$m^2(m-4)^2=3\cdot3m^2\cdot2=18m^2$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$(m-4)^2=18\Rightarrow m=4\pm3\sqrt2$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$4-3\sqrt2$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non-real (conjugate-type).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$b^2\lambda=ac(1+\lambda)^2$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$\frac{b^2}{ac}=\lambda+\frac1\lambda+2$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$\frac{9}{2}=2+\frac12+2$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$\lambda+\frac1\lambda=k$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non-real (conjugate-type).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$pq\,b^2=ac\,(p+q)^2$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chosen in the quadratic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its roots is greatest, then the absolute difference of the cubes of its roots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chosen in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$(m^2+1)x^2-3x+(m^2+1)^2=0$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its roots is greatest, then the absolute difference of the cubes of its roots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the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smallest,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$=\frac{3}{m^2+1}$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smallest,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greatest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$=\frac{3}{m^2+1}$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greatest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$|\alpha-\beta|=\sqrt{(\alpha+\beta)^2-4\alpha\beta}=\sqrt{9-4}=\sqrt5$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$|\alpha^3-\beta^3|=|\alpha-\beta|\,(\alpha^2+\beta^2+\alpha\beta)=\sqrt5\,(9-1)=8\sqrt5$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golden ratio), so Binet's formula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golden ratio), so Binet's formula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$\varphi^2=\varphi+1=\frac{3+\sqrt5}{2}$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$\varphi^{-2}=\frac{3-\sqrt5}{2}$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Binet: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$\alpha^3-\beta^3=\varphi^6-\varphi^{-6}$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$F_n=\frac{\varphi^n-(-\varphi)^{-n}}{\sqrt5}$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$(-\varphi)^{-6}=\varphi^{-6}$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$\varphi^6-\varphi^{-6}=\sqrt5\,F_6=8\sqrt5$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Lucas numbers;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extremised by extremising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$|\alpha^3-\beta^3|=|\alpha-\beta|\,\big[(\alpha+\beta)^2-\alpha\beta\big]$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$|\alpha-\beta|=\frac{\sqrt{D}}{|a|}$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$\varphi^2,\varphi^{-2}$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$x^2-L_{2k}x+1=0$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$\varphi^{2k},\varphi^{-2k}$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Lucas numbers;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$\varphi^n-(-\varphi)^{-n}=\sqrt5\,F_n$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$\varphi^n+(-\varphi)^{-n}=L_n$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$\frac{k}{g(m)}$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extremised by extremising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$m^2+1\ge1$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$x^2+x\sin\theta-2\sin\theta=0$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$\frac{\alpha^{12}+\beta^{12}}{\left(\alpha^{-12}+\beta^{-12}\right)\cdot(\alpha-\beta)^{24}}$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$\frac{2^{12}}{(\sin\theta-8)^{6}}$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$\frac{2^{12}}{(\sin\theta-4)^{12}}$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$\frac{2^{6}}{(\sin\theta+8)^{12}}$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$\frac{2^{12}}{(\sin\theta+8)^{12}}$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the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numerator,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$\alpha^{-12}+\beta^{-12}=\frac{\alpha^{12}+\beta^{12}}{(\alpha\beta)^{12}}$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numerator,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$\frac{(\alpha\beta)^{12}}{(\alpha-\beta)^{24}}$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$\alpha^{-12}+\beta^{-12}=\frac{\alpha^{12}+\beta^{12}}{(\alpha\beta)^{12}}$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quantity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$=\frac{(\alpha^{12}+\beta^{12})(\alpha\beta)^{12}}{(\alpha^{12}+\beta^{12})(\alpha-\beta)^{24}}=\frac{(\alpha\beta)^{12}}{(\alpha-\beta)^{24}}$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$\alpha^{12}+\beta^{12}&gt;0$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$(\alpha-\beta)^2=(\alpha+\beta)^2-4\alpha\beta=\sin^2\theta+8\sin\theta=\sin\theta\,(\sin\theta+8)$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$(\alpha-\beta)^{24}=\sin^{12}\theta\,(\sin\theta+8)^{12}$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$(\alpha\beta)^{12}=(2\sin\theta)^{12}$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$=\frac{(2\sin\theta)^{12}}{\sin^{12}\theta\,(\sin\theta+8)^{12}}=\frac{2^{12}}{(\sin\theta+8)^{12}}$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$\frac{2^{12}}{(\sin\theta+8)^{12}}$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a convenient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a convenient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a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continuity it also holds in the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continuity it also holds in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$(\alpha-\beta)^{24}=3^{24}$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$\alpha^{12}+\beta^{12}=1+2^{12}=4097$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$\alpha^{-12}+\beta^{-12}=1+2^{-12}=\frac{4097}{4096}$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4097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4097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4096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(D)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$=\frac{4097}{\frac{4097}{4096}\cdot3^{24}}=\frac{2^{12}}{3^{24}}=\frac{2^{12}}{9^{12}}$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$\frac{2^{12}}{(-7)^6}$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$\frac{2^{12}}{(-3)^{12}}=\frac{2^{12}}{3^{12}}$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$\frac{2^6}{9^{12}}$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$\frac{2^{12}}{9^{12}}$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(D)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$\frac{2^{12}}{(\sin\theta+8)^{12}}$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multiple-choice question with an identity in a parameter, a single test value of the parameter usually eliminates all but one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roots, so cancelling it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$\alpha^{-n}+\beta^{-n}=\frac{\alpha^n+\beta^n}{c^n}$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$\frac{\alpha^n+\beta^n}{(\alpha^{-n}+\beta^{-n})(\alpha-\beta)^{2n}}=\left(\frac{c}{b^2-4c}\right)^n$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$\left(\frac{-2s}{s^2+8s}\right)^{12}=\left(\frac{2}{s+8}\right)^{12}$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multiple-choice question with an identity in a parameter, a single test value of the parameter usually eliminates all but one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$\alpha^{12}+\beta^{12}&gt;0$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roots, so cancelling it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consecutive terms of a non-constant G.P. such that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consecutive terms of a non-constant G.P. such that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x^2+2\beta x+\gamma=0$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$\alpha(\beta+\gamma)$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Equal roots and common root, with a G.P.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discriminant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zero, so its only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$\beta^2=\alpha\gamma$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discriminant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x^2+2\beta x+\gamma$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zero, so its only root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$-\frac\beta\alpha$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common root, so it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x^2+2\beta x+\gamma=0$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$x=\frac{-2\beta\pm2\sqrt{\beta^2-\alpha\gamma}}{2\alpha}=-\frac{\beta}{\alpha}$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common root, so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$\frac{\beta^2}{\alpha^2}-\frac{\beta}{\alpha}-1=0$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$\beta^2-\alpha\beta-\alpha^2=0$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$\alpha\gamma-\alpha\beta-\alpha^2=0\Rightarrow\gamma-\beta-\alpha=0$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$\alpha(\beta+\gamma)=\alpha\beta+\alpha\gamma=\alpha\beta+\beta^2=\beta(\alpha+\beta)=\beta\gamma$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$\beta\gamma$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G.P. by its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G.P. by its common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 \alpha r,\ \alpha 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Being common,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$\gamma=\alpha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x^2+2\beta x+\gamma=\alpha\,(x^2+2rx+r^2)=\alpha(x+r)^2$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only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Being common,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$r^2-r-1=0$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$r=\frac{1\pm\sqrt5}{2}\neq1$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$\alpha(\beta+\gamma)=\alpha\cdot\alpha(r+r^2)=\alpha^2r(1+r)=\alpha^2r\cdot r^2=\alpha^2r^3$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$\beta\gamma=\alpha r\cdot\alpha r^2=\alpha^2r^3$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$\alpha(\beta+\gamma)=\beta\gamma$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$\beta\gamma$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ratio: a double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roots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golden ratio;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polynomial has a repeated root, the common root with another polynomial is that repeated root: no elimination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$ax^2+2bx+c=a(x+r)^2$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ratio: a 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golden ratio;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$r^3=2r+1$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polynomial has a repeated root, the common root with another polynomial is that repeated root: no elimination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$p_k=(\alpha)^k+(\beta)^k$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$p_5=p_2\cdot 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$(p_1+p_2+p_3+p_4+p_5)=26$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$p_3=p_5-p_4$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$p_5=11$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 sums of the roots of a quadratic equation and recurrence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$p_k=p_{k-1}+p_{k-2}$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$\alpha^k=\alpha^{k-2}(\alpha+1)$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$\beta^k=\beta^{k-2}(\beta+1)$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$p_k=(\alpha^{k-1}+\beta^{k-1})+(\alpha^{k-2}+\beta^{k-2})$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$p_k=p_{k-1}+p_{k-2}$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$p_2=\alpha^2+\beta^2=(\alpha+\beta)^2-2\alpha\beta=1+2=3$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$p_3=p_2+p_1=4$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$p_4=p_3+p_2=7$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$p_5=p_4+p_3=11$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statement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that is not true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$p_2\cdot p_3=3\cdot4=12\neq11=p_5$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statement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$p_1+p_2+p_3+p_4+p_5=1+3+4+7+11=26$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$p_5-p_4=11-7=4=p_3$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that is not true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$p_5=p_2\cdot p_3$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each statement by identities: the recurrence itself gives (C), a telescoping sum gives (B), and a product identity refutes (A).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just the recurrence: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$p_k=p_{k-1}+p_{k-2}$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$p_5-p_4=p_3$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just the recurrence: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$p_k=p_{k+2}-p_{k+1}$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$\sum_{k=1}^{5}p_k=p_7-p_2$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$p_7=29$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$29-3=26$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identity: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false, whatever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$p_2p_3=(\alpha^2+\beta^2)(\alpha^3+\beta^3)=p_5+(\alpha\beta)^2(\alpha+\beta)=p_5+1\cdot1=p_5+1$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$p_2p_3=p_5+1\neq p_5$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false, whatever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$p_5=p_2\cdot p_3$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Lucas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Lucas numbers: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start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seed the recurrence.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$x^2-Sx+P=0$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$p_k=S\,p_{k-1}-P\,p_{k-2}$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Lucas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$1,3,4,7,11,18,29,\dots$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Lucas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$\sum_{k=1}^{n}L_k=L_{n+2}-3$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$L_7-3=26$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$p_mp_n=p_{m+n}+(\alpha\beta)^n\,p_{m-n}$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$p_3p_2=p_5+p_1$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$12=11+1$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seed the recurrence.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also a root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root of this equation,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$ax^2-2bx+5=0$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also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$x^2-2bx-10=0$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root of this equation,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Repeated root and common root of two quadratic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repeated root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repeated root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$\alpha=\frac{b}{a}$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$\alpha^2=\frac5a$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repeated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$ax^2-2bx+5=0$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repeated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$2\alpha=\frac{2b}{a}$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$x^2-2bx-10=0$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$\beta=2b-\alpha$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$\alpha\beta=\frac{b}{a}\left(2b-\frac{b}{a}\right)=-10$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$\frac{b^2}{a^2}-\frac{2b^2}{a}-10=0$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$b^2-2ab^2-10a^2=0$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$5a-10a^2-10a^2=0\Rightarrow5a(1-4a)=0$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$b^2=5a=\frac54$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$\alpha^2+\beta^2=(\alpha+\beta)^2-2\alpha\beta=4b^2+20=4\cdot\frac54+20=25$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equations satisfied by the common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equations satisfied by the common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repeated root also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$a\alpha^2-2b\alpha+5=0$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$\alpha^2-2b\alpha-10=0$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$(a-1)\alpha^2+15=0$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$\alpha^2=\frac{15}{1-a}$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repeated root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$\alpha^2=\frac{5}{a}$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$5(1-a)=15a\Rightarrow 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$\beta^2=\frac{100}{\alpha^2}=5$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$\alpha^2+\beta^2=20+5=25$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square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Common-root problems: subtract suitable multiples of the equations to eliminate the highest power, giving a linear condition in the root (or here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monic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ever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repeated root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Common-root problems: subtract suitable multiples of the equations to eliminate the highest power, giving a linear condition in the root (or here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monic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$x^2-2bx-10=0$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$\beta=-\frac{10}{\alpha}$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ever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quadratic polynomial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other root lies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quadratic polynomial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other root lies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polynomial from conditions on its values and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$f(x)=k(x-3)(x-\alpha)$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$f(2)+f(-1)=0$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$f(x)=k(x-3)(x-\alpha)$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$f(2)=k(2-3)(2-\alpha)=-k(2-\alpha)$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$f(-1)=k(-1-3)(-1-\alpha)=4k(1+\alpha)$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$f(2)+f(-1)=0\Rightarrow k\left[-(2-\alpha)+4(1+\alpha)\right]=0\Rightarrow k(5\alpha+2)=0$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$-\frac25\in(-1,0)$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coefficients: the condition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of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coefficients: the condition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of roots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$f(-1)+f(2)=(a-b+c)+(4a+2b+c)=5a+b+2c=0$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$9a+3b+c=0$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$c=-9a-3b$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$5a+b-18a-6b=0\Rightarrow-13a-5b=0\Rightarrow\frac{b}{a}=-\frac{13}{5}$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 ba=\frac{13}{5}$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$\frac{13}{5}-3=-\frac25\in(-1,0)$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that is linear in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one unknown and read the answer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that is linear in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$f(p),f(q),\dots$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one unknown and read the answer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$f(p)+f(q)=0$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$s=\frac{p(p-r)+q(q-r)}{(p-r)+(q-r)}$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$\frac{4-2}{-5}=-\frac25$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$f(p)+f(q)=0$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$f(p)f(q)\le0$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$2x^2+2qx+1=0$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$\left(\alpha-\frac{1}{\alpha}\right)\left(\beta-\frac{1}{\beta}\right)\left(\alpha+\frac{1}{\beta}\right)\left(\beta+\frac{1}{\alpha}\right)$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$\frac94\left(9-q^2\right)$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$\frac94\left(9+p^2\right)$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$\frac94\left(9-p^2\right)$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$\frac94\left(9+q^2\right)$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the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factors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$\left(\alpha+\frac1\beta\right)\left(\beta+\frac1\alpha\right)$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$\left(\alpha-\frac1\alpha\right)\left(\beta-\frac1\beta\right)$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pair: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pair: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$\left(\alpha+\frac1\beta\right)\left(\beta+\frac1\alpha\right)\cdot\left(\alpha-\frac1\alpha\right)\left(\beta-\frac1\beta\right)$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$\alpha\beta+1+1+\frac{1}{\alpha\beta}=\alpha\beta+\frac{1}{\alpha\beta}+2=2+\frac12+2=\frac92$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$\alpha\beta+\frac{1}{\alpha\beta}-\left(\frac\beta\alpha+\frac\alpha\beta\right)=2+\frac12-\frac{\alpha^2+\beta^2}{\alpha\beta}$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$\frac{\alpha^2+\beta^2}{\alpha\beta}=\frac{(\alpha+\beta)^2-2\alpha\beta}{\alpha\beta}=\frac{p^2-4}{2}$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$=\frac52-\frac{p^2-4}{2}=\frac{9-p^2}{2}$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$=\frac92\cdot\frac{9-p^2}{2}=\frac94\left(9-p^2\right)$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second equation only confirms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offered, so the answer is (C).)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second equation only confirms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$\frac94(9-4q^2)$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offered, so the answer is (C).)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$\frac94\left(9-p^2\right)$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replace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$\frac\beta2$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$\frac1\alpha=\frac\beta2$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$\alpha+\frac1\beta=\frac{3\alpha}{2}$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$\beta+\frac1\alpha=\frac{3\beta}{2}$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$\frac94\alpha\beta=\frac92$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$\left(\alpha-\frac\beta2\right)\left(\beta-\frac\alpha2\right)=\frac54\alpha\beta-\frac{\alpha^2+\beta^2}{2}=\frac52-\frac{p^2-4}{2}=\frac{9-p^2}{2}$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$=\frac92\cdot\frac{9-p^2}{2}=\frac94\left(9-p^2\right)$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$\frac94\left(9-p^2\right)$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reciprocals turn into the other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symmetric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$\frac1\alpha=\frac\beta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$\frac1\beta=\frac\alpha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reciprocals turn into the other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$\left(\alpha+\frac1\beta\right)\left(\beta+\frac1\alpha\right)=\alpha\beta+\frac{1}{\alpha\beta}+2$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$\left(\alpha-\frac1\alpha\right)\left(\beta-\frac1\beta\right)=\alpha\beta+\frac1{\alpha\beta}-\left(\frac\alpha\beta+\frac\beta\alpha\right)$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$\alpha-\frac1\alpha=0$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$0=\frac94(9-9)$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symmetric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$2x(2x+1)=1$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$2\alpha(\alpha-1)$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$2\alpha(\alpha+1)$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$-2\alpha(\alpha+1)$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 between the roots of a quadratic equation and reduction of powers of a root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 of roots,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$\beta=-\frac12-\alpha$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 of roots,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$4\alpha^2+2\alpha=1$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written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$2\alpha^2+\alpha$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$2x(2x+1)=1\Rightarrow4x^2+2x-1=0$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$4\alpha^2+2\alpha-1=0$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$4\alpha^2+2\alpha=1$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$\alpha+\beta=-\frac24=-\frac12$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$\beta=-\alpha-\frac12=-\alpha-(2\alpha^2+\alpha)$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$\beta=-2\alpha-2\alpha^2=-2\alpha(\alpha+1)$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$-2\alpha(\alpha+1)$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explicitly,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check the options numerically.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explicitly,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$\frac{-1\pm\sqrt5}{4}$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check the options numerically.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$x=\frac{-2\pm\sqrt{4+16}}{8}=\frac{-1\pm\sqrt5}{4}$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$\alpha=\frac{-1+\sqrt5}{4}\approx0.309$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$\beta=\frac{-1-\sqrt5}{4}\approx-0.809$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options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$\alpha+1=\frac{3+\sqrt5}{4}$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$\alpha(\alpha+1)=\frac{(-1+\sqrt5)(3+\sqrt5)}{16}=\frac{2+2\sqrt5}{16}=\frac{1+\sqrt5}{8}$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$-2\alpha(\alpha+1)=-\frac{1+\sqrt5}{4}=\beta$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$2\alpha(\alpha+1)=+0.809$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$2\alpha(\alpha-1)\approx-0.427$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$2\alpha^2\approx0.191$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$-2\alpha(\alpha+1)$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any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linear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rewritten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 ba-\alpha=\frac{c}{a\alpha}$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$\alpha^2=-\frac{b\alpha+c}{a}$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any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linear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$\alpha^2=\frac{1-2\alpha}{4}$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$-2\alpha-2\alpha^2$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$-0.809$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inequality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$x^2-2(3k-1)x+8k^2-7&gt;0$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 for a quadratic expression to be positive for all real 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quadratic with positive leading coefficient is positive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discriminant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quadratic with positive leading coefficient is positive for all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discriminant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positive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positive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$D=4(3k-1)^2-4(8k^2-7)&lt;0$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$9k^2-6k+1-8k^2+7&lt;0$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$k^2-6k+8&lt;0$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$(k-4)(k-2)&lt;0\Rightarrow k\in(2,4)$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Complete the square: the minimum value of the expression must be positive.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$x^2-2(3k-1)x+8k^2-7=\left(x-(3k-1)\right)^2+8k^2-7-(3k-1)^2$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$8k^2-7-(9k^2-6k+1)=-k^2+6k-8=1-(k-3)^2$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$1-(k-3)^2$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$1-(k-3)^2&gt;0\iff|k-3|&lt;1\iff k\in(2,4)$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the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never 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turns the condition into a visible inequality: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strictly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the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never positive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turns the condition into a visible inequality: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$k^2-6k+8=(k-3)^2-1$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strictly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$(m-1,m+1)$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$|k-m|&lt;1\Rightarrow k=m$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den>
                                </m:f>
                              </m:den>
                            </m:f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(continuing indefinitely)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$3+\frac{1}{4+\frac{1}{3+\frac{1}{4+\frac{1}{3+\cdots}}}}$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(continuing indefinitely)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$1.5+\sqrt3$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periodic continued fraction as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pattern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repeats, so the tail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pattern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$3,4,3,4,\dots$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repeats, so the tail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$3+\frac{1}{4+\cdots}$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den>
                            </m:f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part after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$x=3+\frac{1}{4+\frac{1}{3+\frac{1}{4+\cdots}}}$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part after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$x=3+\frac{1}{4+\frac1x}$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$4+\frac1x=\frac{4x+1}{x}$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$x=3+\frac{x}{4x+1}$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$x=\frac{3(4x+1)+x}{4x+1}=\frac{13x+3}{4x+1}$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$x(4x+1)=13x+3\Rightarrow4x^2-12x-3=0$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$x=\frac{12\pm\sqrt{144+48}}{8}=\frac{12\pm8\sqrt3}{8}=\frac{3\pm2\sqrt3}{2}$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$x=\frac{3+2\sqrt3}{2}=1.5+\sqrt3$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$1.5+\sqrt3$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value: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already isolates one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value: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$x&lt;3+\frac14$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already isolates one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are approximately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$x=3+\frac{1}{4+(\text{positive})}&gt;3$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$4+\frac{1}{(\text{positive})}&gt;4$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$\frac{1}{4+\cdots}&lt;\frac14$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$3&lt;x&lt;3.25$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are approximately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$6.46$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$3.232$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$1.5+\sqrt3\approx3.232$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$(3,3.25)$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$1.5+\sqrt3$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periodic continued fraction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quadratic; take the positive root. 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convergent brackets the value: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terms.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Möbius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matrices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positive fixed point is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periodic continued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$[a;b,a,b,\dots]$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$x=a+\frac{1}{b+\frac1x}$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quadratic; take the positive root. 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$[1;1,1,\dots]=\frac{1+\sqrt5}{2}$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convergent brackets the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$a&lt;x&lt;a+\frac1b$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terms.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$3&lt;3.232&lt;3.25$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Möbius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$x\mapsto\frac{13x+3}{4x+1}$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$\begin{pmatrix}3&amp;1\\1&amp;0\end{pmatrix}\begin{pmatrix}4&amp;1\\1&amp;0\end{pmatrix}$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positive fixed point is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$3\left(x^2+\frac{1}{x^2}\right)-2\left(x+\frac{1}{x}\right)+5=0$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reducible to a quadratic (substitution x + 1/x)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resulting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violate this.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resulting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violate this.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$x^2+\frac{1}{x^2}=\left(x+\frac1x\right)^2-2$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$3\left[\left(x+\frac1x\right)^2-2\right]-2\left(x+\frac1x\right)+5=0$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$t\in(-\infty,-2]\cup[2,\infty)$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$3t^2-6-2t+5=0\Rightarrow3t^2-2t-1=0$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value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real solution: the number of real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$(3t+1)(t-1)=0\Rightarrow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value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no real solution: the number of real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Rewrite the left side as a sum of squares plus positive terms, so it can never be zero.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Claim: the left side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left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Claim: 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$2\left(x^2+\frac{1}{x^2}\right)+(x-1)^2+\left(\frac1x-1\right)^2+3$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$2x^2+\frac2{x^2}+(x^2-2x+1)+\left(\frac1{x^2}-\frac2x+1\right)+3=3x^2+\frac{3}{x^2}-2x-\frac2x+5$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left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squares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 real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$2\left(x^2+\frac1{x^2}\right)\ge4$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squares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$\ge4+3=7&gt;0$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 real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off perfect squares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show an expression has a positive minimum without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$x^3+\frac1{x^3}=t^3-3t$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$x-\frac1x=s$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$x^2+\frac1{x^2}=s^2+2$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off perfect squares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$(x-1)^2+\left(\frac1x-1\right)^2$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show an expression has a positive minimum without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$14x^2-31x+3\lambda=0$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$35x^2-53x+4\lambda=0$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$\frac{4\alpha}{\gamma}$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$49x^2-245x+250=0$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$7x^2+245x-250=0$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$49x^2+245x+250=0$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$7x^2-245x+250=0$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 of two quadratic equations and formation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common to both equations, so subtracting their monic forms eliminates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common to both equations, so subtracting their monic forms eliminates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$14\alpha^2-31\alpha+3\lambda=0$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$35\alpha^2-53\alpha+4\lambda=0$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$\alpha^2-\frac{31\alpha}{14}+\frac{3\lambda}{14}=0$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$\alpha^2-\frac{53\alpha}{35}+\frac{4\lambda}{35}=0$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$\left(\frac{53}{35}-\frac{31}{14}\right)\alpha+\left(\frac3{14}-\frac4{35}\right)\lambda=0\Rightarrow-\frac{7}{10}\alpha+\frac{1}{10}\lambda=0$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$\alpha^2-\frac{31\alpha}{14}+\frac{3\alpha}{2}=0\Rightarrow\alpha^2-\frac{5\alpha}{7}=0$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$\alpha+\beta=\frac{31}{14}\Rightarrow\beta=\frac{31}{14}-\frac{10}{14}=\frac32$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$\alpha+\gamma=\frac{53}{35}\Rightarrow\gamma=\frac{53}{35}-\frac{25}{35}=\frac45$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$\frac{3\alpha}{\beta}=\frac{15/7}{3/2}=\frac{10}{7}$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$\frac{4\alpha}{\gamma}=\frac{20/7}{4/5}=\frac{25}{7}$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$x^2-5x+\frac{250}{49}=0$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$49x^2-245x+250=0$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$49x^2-245x+250=0$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each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new roots become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ratio is fixed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each equation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$u=\frac\alpha\lambda$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new roots become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ratio is fixed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two required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(i) and (ii)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$\alpha\beta=\frac{3\lambda}{14}$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$\alpha\gamma=\frac{4\lambda}{35}$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$\frac{3\alpha}{\beta}=\frac{3\alpha^2}{\alpha\beta}=\frac{14\alpha^2}{\lambda}$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$\frac{4\alpha}{\gamma}=\frac{4\alpha^2}{\alpha\gamma}=\frac{35\alpha^2}{\lambda}$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two required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$r_1=\frac{14\alpha^2}{\lambda}$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$r_2=\frac{35\alpha^2}{\lambda}$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$\frac{r_2}{r_1}=\frac52$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(i) and (ii)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$u=\frac{\alpha}{\lambda}$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$r_1=\frac{14\alpha^2}{\lambda}=31u-3$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$r_2=\frac{35\alpha^2}{\lambda}=53u-4$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$2(53u-4)=5(31u-3)\Rightarrow106u-8=155u-15\Rightarrow u=\frac17$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$r_1=\frac{31}{7}-3=\frac{10}{7}$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$r_2=\frac{53}{7}-4=\frac{25}{7}$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$49x^2-245x+250=0$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$49x^2-245x+250=0$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common root, scale to monic and subtract to kill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 is a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to clear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ratio of roots into a quantity with the product in the denominator.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$a_1x^2+b_1x+c_1$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$a_2x^2+b_2x+c_2$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$(a_1c_2-a_2c_1)^2=(a_1b_2-a_2b_1)(b_1c_2-b_2c_1)$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$2401\lambda^2=343\cdot35\lambda\Rightarrow\lambda=5$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common root, scale to monic and subtract to kill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 is a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$x^2-(r_1+r_2)x+r_1r_2=0$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to clear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$\frac{k\alpha}{\beta}=\frac{k\alpha^2}{\alpha\beta}$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ratio of roots into a quantity with the product in the denominator.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$\sqrt{x^2-4x+3}+\sqrt{x^2-9}=\sqrt{4x^2-14x+6}$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Irrational equations: domain and extraneous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radicands share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root; every other candidate must survive a domain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radicands share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root; every other candidate must survive a domain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all three radicands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each radical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$x^2-4x+3=(x-1)(x-3)$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$x^2-9=(x-3)(x+3)$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$4x^2-14x+6=2(2x-1)(x-3)$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all three radicands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each radical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$\sqrt{x-1}+\sqrt{x+3}=\sqrt{2(2x-1)}$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$(x-1)+(x+3)+2\sqrt{(x-1)(x+3)}=4x-2\Rightarrow\sqrt{x^2+2x-3}=x-2$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makes the right side of (2) negative),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again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real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$x^2+2x-3=x^2-4x+4\Rightarrow6x=7\Rightarrow 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makes the right side of (2) negative),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$x-1,\,x-3,\,2x-1&lt;0$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$\sqrt{1-x}+\sqrt{-3-x}=\sqrt{2-4x}$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$2\sqrt{x^2+2x-3}=4-2x$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again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real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once at the start: the cross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handles both domain branches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once at the start: the cross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$2\sqrt{(x^2-4x+3)(x^2-9)}$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$2(x-2)(x-3)$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handles both domain branches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$|x-3|$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under the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$(x^2-4x+3)+(x^2-9)+2\sqrt{(x^2-4x+3)(x^2-9)}=4x^2-14x+6$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$2\sqrt{(x^2-4x+3)(x^2-9)}=2x^2-10x+12=2(x-2)(x-3)$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under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$(x-3)^2(x-1)(x+3)$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$\sqrt{\cdot}=|x-3|\sqrt{(x-1)(x+3)}$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$|x-3|\sqrt{(x-1)(x+3)}=(x-2)(x-3)$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(both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$\sqrt{(x-1)(x+3)}=(x-2)\,\mathrm{sgn}(x-3)$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fix the domain first.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both are negative,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 radicand has a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all radicals vanish and is a root (if it is in the domain).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nicely.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introduce extraneous roots: substitute every candidate into the original equation.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fix the domain first.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$\sqrt{PQ}=\sqrt P\sqrt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both are negative,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$\sqrt{PQ}=\sqrt{-P}\sqrt{-Q}$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 radicand has a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all radicals vanish and is a root (if it is in the domain).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A+\sqrt B=\sqrt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$2\sqrt{AB}=C-A-B$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$C-A-B=2(x-2)(x-3)$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nicely.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introduce extraneous roots: substitute every candidate into the original equation.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solutions two of which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two solutions and only one of them is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solutions and both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$e^{4x}+8e^{3x}+13e^{2x}-8e^{x}+1=0$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solutions two of which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two solutions and only one of them is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solutions and both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Reciprocal equation reducible to a quadratic, and exponential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quartic is anti-palindromic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it to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quartic is anti-palindromic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$1,8,13,-8,1$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$z=t-\frac1t$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it to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$t^4+8t^3+13t^2-8t+1=0$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$t^2+8t+13-\frac8t+\frac1{t^2}=0$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$\left(t^2+\frac1{t^2}\right)+8\left(t-\frac1t\right)+13=0$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$\left(t-\frac1t\right)^2+2+8\left(t-\frac1t\right)+13=0$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$z^2+8z+15=0\Rightarrow(z+3)(z+5)=0$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two solutions and both are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$t-\frac1t=-3\Rightarrow t^2+3t-1=0\Rightarrow t=\frac{-3\pm\sqrt{13}}{2}$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$t-\frac1t=-5\Rightarrow t^2+5t-1=0\Rightarrow t=\frac{-5\pm\sqrt{29}}{2}$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$t=\frac{\sqrt{13}-3}{2}\approx0.303$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$t=\frac{\sqrt{29}-5}{2}\approx0.193$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$x=\ln\frac{\sqrt{13}-3}{2}$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$x=\ln\frac{\sqrt{29}-5}{2}$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two solutions and both are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two solutions and both are negative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positive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Descartes' rule and sign changes,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positive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$P(t)=t^4+8t^3+13t^2-8t+1$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Descartes' rule and sign changes,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the coefficients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twice,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 (Descartes'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$+,+,+,-,+$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twice,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 (Descartes'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$P(0.3)=0.0081+0.216+1.17-2.4+1=-0.0059&lt;0$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$P(1)=1+8+13-8+1=15&gt;0$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roots, both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two solutions, both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$0\to0.3$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$0.3\to1$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$(0,0.3)$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roots, 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$0&lt;t&lt;1\Rightarrow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two solutions, both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two solutions and both are negative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(anti-palindromic: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reduces 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palindromic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Descartes' rule: positive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sign changes (and differ from it by an even number).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$t^4+at^3+bt^2-at+1$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(anti-palindromic: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$t^4,\ t^3,\ t^2,\ t,\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$1,a,b,-a,1$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reduces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$t^2+\frac1{t^2}=z^2+2$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palindromic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$t^4+at^3+bt^2+at+1$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$(t^2+3t-1)(t^2+5t-1)=t^4+8t^3+13t^2-8t+1$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$0&lt;t&lt;1\iff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$t&gt;1\iff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Descartes' rule: 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sign changes (and differ from it by an even number).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one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one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$2x^2-8x+k=0$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Location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on either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outside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$f(x)=2x^2-8x+k$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on either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outside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$f(1)&gt;0\Rightarrow2-8+k&gt;0\Rightarrow k&gt;6$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integral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integral values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$f(2)&lt;0\Rightarrow8-16+k&lt;0\Rightarrow k&lt;8$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$f(3)&gt;0\Rightarrow18-24+k&gt;0\Rightarrow k&gt;6$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integral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integral values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write them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write them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$2\pm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only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$=\frac82=4$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$2-d\in(1,2)$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$2+d\in(2,3)$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$0&lt;d&lt;1$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k2=(2-d)(2+d)=4-d^2\in(3,4)$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$k=8-2d^2\in(6,8)$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only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$d=\sqrt{h^2-\frac 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$h^2-d^2$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$f(p)f(q)&lt;0$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$f(q)f(r)&lt;0$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$2\pm\frac{1}{\sqrt2}\approx1.29,\ 2.71$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roots of the equation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$\left|x^2-8x+15\right|-2x+7=0$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involving the modulus of a quadratic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keep only roots that lie in the region of their own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$(x-3)(x-5)$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keep only roots that lie in the region of their own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modulus drops: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this case's region and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$|(x-3)(x-5)|-2x+7=0$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$x\in(-\infty,3]\cup[5,\infty)$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$(x-3)(x-5)\ge0$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modulus drops: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$x^2-10x+22=0\Rightarrow x=\frac{10\pm\sqrt{12}}{2}=5\pm\sqrt3$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$5+\sqrt3\approx6.73\in[5,\infty)$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$5-\sqrt3\approx3.27$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this case's region and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$(x-3)(x-5)&lt;0$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$-(x^2-8x+15)-2x+7=0$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$x=4\in(3,5)$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$=(5+\sqrt3)+4=9+\sqrt3$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$9+\sqrt3$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vertex,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region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vertex,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$|f|=g\iff g\ge0,\ f=\pm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region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$x^2-8x+15=(x-4)^2-1=u^2-1$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$2x-7=2u+1$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$|u^2-1|=2u+1$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$2u+1\ge0$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$u^2-1=2u+1$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$u^2-1=-(2u+1)$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$u^2-2u-2=0\Rightarrow u=1\pm\sqrt3$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$1-\sqrt3\approx-0.73$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$u^2+2u=0\Rightarrow 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$x=4+u=5+\sqrt3$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$9+\sqrt3$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each candidate against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tracking the sign region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centre the quadratic: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$|f(x)|=g(x)\iff 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$f(x)=\pm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each candidate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tracking the sign region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centre the quadratic: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$x^2-8x+15=(x-4)^2-1$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$|x^2-8x+15|=|u^2-1|$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$|x^2-8x+15|=2x-7=3+2\sqrt3$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three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three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$b^3+2c^3-3\alpha^3-6\beta^3-8\gamma^3$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$\frac{155}{8}$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between the roots and coefficients of a cubic equation,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cubes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$t^2-t+1=0$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cubes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$(-1)(1)=-c$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$\alpha\beta+\beta\gamma+\gamma\alpha=b\Rightarrow\alpha(\beta+\gamma)+\beta\gamma=b\Rightarrow(-1)(1)+1=b$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$\beta^3=-\omega^3=-1$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$\gamma^3=-\omega^6=-1$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$b^3+2c^3-3\alpha^3-6\beta^3-8\gamma^3=0+2+3+6+8=19$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cube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need to identify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$x^3=-bx-c$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cube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need to identify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$\beta+\gamma=-\alpha=1$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$c=-\alpha\beta\gamma=1$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$b=\alpha(\beta+\gamma)+\beta\gamma=-1+1=0$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cubic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$\alpha^3=\beta^3=\gamma^3=-1$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$=0+2(1)-3(-1)-6(-1)-8(-1)=2+3+6+8=19$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every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6th roots of unity),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cubes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$x^3=-bx-c$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every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6th roots of unity),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cubes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$x^3+1=(x+1)(x^2-x+1)$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$(-\omega)+(-\omega^2)=1$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$(-\omega)(-\omega^2)=\omega^3=1$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$\frac{\alpha^{23}+\beta^{23}+\alpha^{14}+\beta^{14}}{\alpha^{15}+\beta^{15}+\alpha^{10}+\beta^{10}}$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roots of a quadratic equation, Polar form and De Moivre's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angle repeats with period 8.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$\sqrt3e^{\pm i3\pi/4}$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$\alpha^n+\beta^n=2\cdot3^{n/2}\cos\frac{3n\pi}{4}$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angle repeats with period 8.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$\frac{a_{23}+a_{14}}{a_{15}+a_{10}}$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$x=\frac{-\sqrt6\pm\sqrt{6-12}}{2}=\frac{-\sqrt6\pm i\sqrt6}{2}=\sqrt3\cdot\frac{-1\pm 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$\alpha=\sqrt3\,e^{i3\pi/4}$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$\beta=\sqrt3\,e^{-i3\pi/4}$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$a_n=\alpha^n+\beta^n=2\cdot3^{n/2}\cos\frac{3n\pi}{4}$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$\cos\frac{42\pi}{4}=\cos\frac{21\pi}{2}=0$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$\cos\frac{30\pi}{4}=\cos\frac{15\pi}{2}=0$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$\cos\frac{69\pi}{4}=\cos\left(17\pi+\frac\pi4\right)=-\frac{1}{\sqrt2}$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$a_{23}=-\sqrt2\cdot3^{23/2}$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$\cos\frac{45\pi}{4}=\cos\left(11\pi+\frac\pi4\right)=-\frac{1}{\sqrt2}$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$a_{15}=-\sqrt2\cdot3^{15/2}$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$=\frac{a_{23}}{a_{15}}=3^{(23-15)/2}=3^4=81$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Vieta only: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power sums collapse.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Vieta only: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$\alpha^4=\beta^4=-9$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$a_{n+4}=-9a_n$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power sums collapse.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$a_2=\alpha^2+\beta^2=6-6=0$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$(\alpha\beta)^2=\alpha^2\beta^2=-\alpha^4=9$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$a_{n+4}=\alpha^n\alpha^4+\beta^n\beta^4=-9\,a_n$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$a_{10}=-9a_6=81a_2=0$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$a_{14}=-9a_{10}=0$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$a_{23}=-9a_{19}=81a_{15}$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$a_{15}=-9^3a_3$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$a_3=(\alpha+\beta)^3-3\alpha\beta(\alpha+\beta)=-6\sqrt6+9\sqrt6=3\sqrt6\neq0$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$\frac{81a_{15}+0}{a_{15}+0}=81$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conjugate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periodic angle: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scaling relation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families of terms vanish or 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7.5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$b^2=2ac$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$\alpha^2+\beta^2=\frac{b^2-2ac}{a^2}=0$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$\alpha^4=\beta^4=-\left(\frac ca\right)^2$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$\alpha^4=\beta^4=-9$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$\alpha^8=\beta^8=81$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conjugate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$\alpha^n+\beta^n=2r^n\cos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periodic angle: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obey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$a_n=-\frac ba a_{n-1}-\frac ca 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scaling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$a_{n+4}=-9a_n$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families of terms vanish or 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$a_{10}=2\cdot3^5\cos\frac{15\pi}{2}=0$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$a_{15}=-\sqrt2\cdot3^{7.5}\neq0$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1.70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1.70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