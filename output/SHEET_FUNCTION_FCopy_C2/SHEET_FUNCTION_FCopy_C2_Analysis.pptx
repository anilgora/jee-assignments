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Sheet1!$A$2:$A$25</c:f>
              <c:strCache>
                <c:ptCount val="2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2.0</c:v>
                </c:pt>
                <c:pt idx="1">
                  <c:v>1.0</c:v>
                </c:pt>
                <c:pt idx="2">
                  <c:v>2.0</c:v>
                </c:pt>
                <c:pt idx="3">
                  <c:v>1.0</c:v>
                </c:pt>
                <c:pt idx="4">
                  <c:v>3.0</c:v>
                </c:pt>
                <c:pt idx="5">
                  <c:v>1.0</c:v>
                </c:pt>
                <c:pt idx="6">
                  <c:v>3.0</c:v>
                </c:pt>
                <c:pt idx="7">
                  <c:v>3.0</c:v>
                </c:pt>
                <c:pt idx="8">
                  <c:v>2.0</c:v>
                </c:pt>
                <c:pt idx="9">
                  <c:v>3.0</c:v>
                </c:pt>
                <c:pt idx="10">
                  <c:v>3.0</c:v>
                </c:pt>
                <c:pt idx="11">
                  <c:v>3.0</c:v>
                </c:pt>
                <c:pt idx="12">
                  <c:v>2.0</c:v>
                </c:pt>
                <c:pt idx="13">
                  <c:v>3.0</c:v>
                </c:pt>
                <c:pt idx="14">
                  <c:v>3.0</c:v>
                </c:pt>
                <c:pt idx="15">
                  <c:v>2.0</c:v>
                </c:pt>
                <c:pt idx="16">
                  <c:v>2.0</c:v>
                </c:pt>
                <c:pt idx="17">
                  <c:v>1.0</c:v>
                </c:pt>
                <c:pt idx="18">
                  <c:v>1.0</c:v>
                </c:pt>
                <c:pt idx="19">
                  <c:v>1.0</c:v>
                </c:pt>
                <c:pt idx="20">
                  <c:v>2.0</c:v>
                </c:pt>
                <c:pt idx="21">
                  <c:v>3.0</c:v>
                </c:pt>
                <c:pt idx="22">
                  <c:v>2.0</c:v>
                </c:pt>
                <c:pt idx="23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Not wrong, but incomplete: the PDF does not show the x = 1/2 substitution's right-hand side (it states 4f(1/2)+f(2)=1 directly), omits the value of the absolute-value argument, and never concludes part (ii) f(2)+f(1)=0. These steps were added; f(1)=-1, f(1/2)=0, f(2)=1 are as in the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Not wrong, but incomplete: the PDF stops after f(y)=2y^2 and never proves the second part (f(x+y)f(1/(x+y))=k). The final bullet (and the verification that f(x)=2x^2 satisfies the relation) was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Part (B): the PDF says 'for t in [0,1], 1+t-t^2-t^3 in [0,1], so LHS in [0,1]'. This is wrong: t = cos x ranges over [-1,1], and 1+t-t^2-t^3 reaches 32/27 &gt; 1 at t = 1/3. Corrected to LHS &lt;= 32/27 &lt; 2 &lt;= RHS; the conclusion (no solution) and the answer S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SHEET Function (C2)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Exercise C-II (Functions)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Subjective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Subjective;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one-one function with domain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is given that exactly one of the following statements is true and the remaining two are false: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Determine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one-one function with domain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$\{x,y,z\}$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is given that exactly one of the following statements is true and the remaining two are false: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$f(y)\neq1$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$f(z)\neq2$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Determine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One-one and onto functions; inverse of a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A one-one map of a 3-set onto a 3-set is a bijection, so each case where two statements clash can be rejected at once.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Call the statements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Exactly one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Two elements have the image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one-one.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both map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only value left besides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not one-one. Rejected.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Call the statements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$S_1: f(x)=1$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$S_2: f(y)\neq1$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$S_3: f(z)\neq2$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Exactly one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$f(y)=1$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$f(z)=2$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Two elements have the image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one-one.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$f(y)\neq1$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$f(z)=2$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both map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only value left besides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not one-one. Rejected.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III: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taken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is one-one and onto, with exactly one true statement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$f(y)=1$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$f(z)\neq2$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$f(y)=1$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$f(z)\neq2$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taken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$f(y)=1$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$f(z)=3$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is one-one and onto, with exactly one true statement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$f^{-1}(1)=y$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$f^{-1}(1)=y$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Enumerate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bijections and count how many of the three statements are true for each.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Enumerate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$3!=6$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bijections and count how many of the three statements are true for each.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one-one function from a 3-element set onto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bijections. List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truth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T: three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F: two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T: exactly one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one-one function from a 3-element set onto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$3!=6$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bijections. List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$(f(x),f(y),f(z))$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truth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$S_1,S_2,S_3$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T: three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F: two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T: exactly one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T: two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F: none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T: two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true statement,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T: two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F: none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T: two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true statement,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$f(y)=1$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$f^{-1}(1)=y$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$f^{-1}(1)=y$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one-one map between two finite sets of the same size is automatically onto, so it is a bijection;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'exactly one of several statements is true', either list the few candidate functions or take each statement as the true one in turn and test the rest.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to find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just find the element sent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one-one map between two finite sets of the same size is automatically onto, so it is a bijection;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'exactly one of several statements is true', either list the few candidate functions or take each statement as the true one in turn and test the rest.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$f^{-1}(b)=a$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to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just find the element sent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Q02 – Q06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polynomial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$P(x)=x^6+ax^5+bx^4+cx^3+dx^2+ex+f$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polynomial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$P(3)=3$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$P(4)=4$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$P(5)=5$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$P(6)=6$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Polynomial functions; factor theorem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monic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six known roots,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$P(x)-x$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monic of degree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six known roots,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$P(x)-x=(x-1)(x-2)\cdots(x-6)$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at all six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leading coefficient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$x\in\{1,2,3,4,5,6\}$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at all six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leading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$P(x)-x=(x-1)(x-2)(x-3)(x-4)(x-5)(x-6)$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$P(7)-7=(6)(5)(4)(3)(2)(1)=720$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$P(7)=727$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727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sixth finite difference of a monic polynomial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720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sixth finite difference of a monic polynomial of degree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constant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$6!=720$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polynomial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leading coefficient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forward difference is constant and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polynomial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leading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forward difference is constant 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$\Delta^6P(1)=720$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$\Delta^6P(1)=P(7)-6P(6)+15P(5)-20P(4)+15P(3)-6P(2)+P(1)=720$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constants add up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$P(k)=k$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$k=1,\dots,6$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$P(7)-36+75-80+45-12+1=720$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constants add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$-36+75-80+45-12+1=-7$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$P(7)-7=720$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$P(7)=727$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727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degree-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polynomial equals a simple function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points, study the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monic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difference is exactly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polynomial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leading coefficient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trick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monic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degree-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polynomial equals a simple function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points, study the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monic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difference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 (x-x_i)$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$\Delta^nP=n!\,a_n$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polynomial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leading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$\Delta^2x^2=2$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trick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$P(n+1)=n+1+n!$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monic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$P(k)=k$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$k=1,\dots,n$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$7+720=727$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real numbers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ad>
                      <m:deg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real numbers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$f(x)=a\sin x+b\sqrt[3]{x}+4$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$\forall 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$f\left(\log_{10}(\log_3 10)\right)=5$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$f\left(\log_{10}(\log_{10}3)\right)$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Odd and even functions, Properties of logarithms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ad>
                      <m:deg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odd,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$a\sin x+b\sqrt[3]{x}$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odd,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$f(t)+f(-t)=8$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$\log_{10}(\log_{10}3)=-\log_{10}(\log_3 10)$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$f(\log_{10}\log_3 10)=5$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$f(x)=a\sin x+bx^{1/3}+4$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$f(-x)=-a\sin x-bx^{1/3}+4$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$f(x)+f(-x)=8$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$x=\log_{10}\log_3 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$f(\log_{10}\log_3 10)+f(-\log_{10}\log_3 10)=8$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$\log_3 10=\frac{1}{\log_{10}3}$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$-\log_{10}\log_3 10=\log_{10}\log_{10}3$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$5+f(\log_{10}\log_{10}3)=8$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$f(\log_{10}\log_{10}3)=3$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linked.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a common outer base): a log of a reciprocal gives the negative.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Sums and cube roots of odd functions are odd: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odd.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$f=h+c$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$f(x)+f(-x)=2c$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linked.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 b=\dfrac{1}{\log_b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$\log(\log_a b)=-\log(\log_b 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a common outer base): a log of a reciprocal gives the negative.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Sums and cube roots of odd functions are odd: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odd.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real valued invertible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real valued invertible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$f\left(\frac{2x-3}{x-2}\right)=5x-2$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$f^{-1}(13)$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Inverse of a function, Composition of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we read off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choose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$f(g(x))=h(x)$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we read off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$f^{-1}(h(x))=g(x)$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choose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$5x-2=13$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both sides: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$f\left(\frac{2x-3}{x-2}\right)=5x-2$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$f^{-1}(5x-2)=\frac{2x-3}{x-2}$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$5x-2=13$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$f^{-1}(13)=\frac{6-3}{3-2}=3$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its own inverse,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 can be written down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solved.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map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$t=\frac{2x-3}{x-2}$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its own inverse,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 can be written down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$f(t)=13$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solved.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Solving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map is an involution).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domain).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$t=\frac{2x-3}{x-2}$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Solving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$t(x-2)=2x-3$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$x=\frac{2t-3}{t-2}$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map is an involution).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$f(t)=5\cdot\frac{2t-3}{t-2}-2=\frac{10t-15-2t+4}{t-2}=\frac{8t-11}{t-2}$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$8t-11=13t-26$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$5t=15$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$f^{-1}(13)=3$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$t=3\neq2$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domain).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 evaluate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compute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Möbius map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(trace zero) is an involution: applying it twice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$f^{-1}(h(x))=g(x)$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 evaluate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compute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Möbius map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$\frac{ax+b}{cx-a}$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(trace zero) is an involution: applying it twice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$f(t)=\frac{8t-11}{t-2}$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$f\left(\frac{2x-3}{x-2}\right)=5x-2$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all 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product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prime belong to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value of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all the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$\left[x-\frac{1}{2}\right]\left[x+\frac{1}{2}\right]$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prime belong to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$[x_1,x_2)\cup[x_3,x_4)$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$x_1^2+x_2^2+x_3^2+x_4^2$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08196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Greatest integer function, Prime numbers; intervals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brackets are consecutive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 prime that is such a product must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brackets are consecutive integers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 prime that is such a product must be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a prime.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the product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the product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$\left[x-\frac{1}{2}\right]\left[x+\frac{1}{2}\right]$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a prime.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the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$1\times2=2$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$\left[x+\frac{1}{2}\right]=2$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$\left[x-\frac{1}{2}\right]=1$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$\left[x+\frac12\right]=2\Rightarrow x+\frac12\in[2,3)\Rightarrow x\in\left[\frac32,\frac52\right)$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$\left[x-\frac12\right]=1\Rightarrow x-\frac12\in[1,2)\Rightarrow x\in\left[\frac32,\frac52\right)$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the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$(-2)\times(-1)=2$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$\left[x+\frac12\right]=-1$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$\left[x-\frac12\right]=-2$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$\left[x+\frac12\right]=-1\Rightarrow x+\frac12\in[-1,0)\Rightarrow x\in\left[-\frac32,-\frac12\right)$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$\left[x-\frac12\right]=-2\Rightarrow x\in\left[-\frac32,-\frac12\right)$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$x\in\left[-\frac32,-\frac12\right)\cup\left[\frac32,\frac52\right)$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$x_1^2+x_2^2+x_3^2+x_4^2=\left(\frac32\right)^2+\left(\frac52\right)^2+\left(-\frac32\right)^2+\left(-\frac12\right)^2=\frac{9+25+9+1}{4}=\frac{44}{4}=11$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product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two consecutive integers have an even product, so the prime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$[x-\tfrac12]=[x+\tfrac12]-1$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product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$n(n-1)$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$n=[x+\tfrac12]$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two consecutive integers have an even product, so the prime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product of two consecutive integers, hence always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even prime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$n=\left[x+\frac12\right]$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$[y-1]=[y]-1$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$\left[x-\frac12\right]=n-1$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$n(n-1)$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product of two consecutive integers, hence always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even prime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$n(n-1)=2$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$n^2-n-2=0$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$(n-2)(n+1)=0$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end-points give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 x+\frac12&lt;3$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$x\in\left[\frac32,\frac52\right)$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x+\frac12&lt;0$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$x\in\left[-\frac32,-\frac12\right)$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end-points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$\frac94+\frac{25}{4}+\frac94+\frac14=11$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brackets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 by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product of two consecutive integers is even; it is prime only when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converting a bracket equation into an interval gives half-open intervals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$[x+k]=[x]+k$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brackets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$x\pm\frac12$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 by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product of two consecutive integers is even; it is prime only when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$[x]=n\iff n\le x&lt;n+1$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converting a bracket equation into an interval gives half-open intervals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$[\,\cdot,\cdot)$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with integer coefficients. The remainder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remainder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remainder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divided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with integer coefficients. The remainder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remainder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remainder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$(x-1)(x-4)$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$r(2006)$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Remainder theorem; polynomial division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by a quadratic leaves a linear remainder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fixed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by a quadratic leaves a linear remainder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$ax+b$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fixed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$p(1)=1$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$p(4)=10$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$p(x)=(x-1)Q_1(x)+1$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$p(x)=(x-4)Q_2(x)+10$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$p(4)=10$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$(x-1)(x-4)$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$p(x)=(x-1)(x-4)Q(x)+ax+b$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$p(1)=a+b=1$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$p(4)=4a+b=10$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$r(x)=3x-2$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$r(2006)=3(2006)-2=6016$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6016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remainder is the straight line through the two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remainder is the straight line through the two points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$(4,10)$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 has degree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agrees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line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 has degree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agrees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$(x-1)(x-4)$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$y=r(x)$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$=\frac{10-1}{4-1}=3$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$r(x)-1=3(x-1)$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$r(x)=3x-2$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$r(2006)=3(2006)-2=6016$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6016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 on division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linear interpolant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Remainder on division by a degree-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polynomial has degree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roots it is the Lagrange interpolation polynomial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those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integer-coefficient condition is not needed here; it only guarantees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has integer coefficients (they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 on division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$(x-a)(x-b)$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linear interpolant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$r(x)=\frac{p(a)(x-b)-p(b)(x-a)}{a-b}$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$a=1,b=4$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Remainder on division by a degree-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polynomial has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roots it is the Lagrange interpolation polynomial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those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integer-coefficient condition is not needed here; it only guarantees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has integer coefficients (they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Subjective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Q07 – Q12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Prove / find / justify;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Prove that the function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ln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{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}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</m:rad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}</m:t>
                                  </m:r>
                                </m:e>
                                <m:sup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f>
                                        <m:fPr>
                                          <m:type m:val="bar"/>
                                          <m:ctrlP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40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40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ln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40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{</m:t>
                                          </m:r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40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}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40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</m:den>
                                      </m:f>
                                    </m:e>
                                  </m:rad>
                                </m:sup>
                              </m:sSup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𝑤ℎ𝑒𝑟𝑒𝑣𝑒𝑟 𝑖𝑡 𝑒𝑥𝑖𝑠𝑡𝑠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𝑜𝑡ℎ𝑒𝑟𝑤𝑖𝑠𝑒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as well as even.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fractional part function.)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Prove that the function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 e^{-\sqrt{|\ln\{x\}|}}-\{x\}^{\sqrt{\frac{1}{|\ln\{x\}|}}} &amp; \text{wherever it exists}\\ \{x\} &amp; \text{otherwise}\end{cases}$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as well as even.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fractional part function.)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Even and odd functions, Fractional part function, Properties of logarithms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taking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second power gives exactly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two terms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$x\notin\mathbb{Z}$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$\ln\{x\}&lt;0$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taking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second power gives exactly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$-\sqrt{|\ln\{x\}|}$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two terms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exists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Otherwise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rad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rad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exists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$x\notin\mathbb{Z}$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$0&lt;\{x\}&lt;1$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$\ln\{x\}&lt;0$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$|\ln\{x\}|\neq0$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Otherwise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$f(x)=\{x\}=0$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$x\notin\mathbb{Z}$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$y=e^{-\sqrt{|\ln\{x\}|}}$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$z=\{x\}^{\sqrt{1/|\ln\{x\}|}}$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y=-\sqrt{|\ln\{x\}|}$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z=\sqrt{\frac{1}{|\ln\{x\}|}}\,\ln\{x\}$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$\ln\{x\}=-|\ln\{x\}|$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$-\frac{|\ln\{x\}|}{\sqrt{|\ln\{x\}|}}=-\sqrt{|\ln\{x\}|}$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(odd).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both even and odd.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y=\ln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$x\in\mathbb{R}\setminus\mathbb{Z}$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$f(x)=y-z=0$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$x\in\mathbb{R}\setminus\mathbb{Z}$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$f(-x)=0=f(x)$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$f(-x)=0=-f(x)$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both even and odd.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hence both even and odd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$f(x)\equiv0$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hence both even and odd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functions that are both even and odd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domain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rad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rad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rad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complicated-looking 'prove odd and even' question almost always hides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simplify the two terms and look for cancellation.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functions that are both even and odd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domain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$f(x)=f(-x)=-f(x)$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$0&lt;t&lt;1$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t=-|\ln 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$t^{1/\sqrt{|\ln t|}}=e^{\ln t/\sqrt{|\ln t|}}=e^{-\sqrt{|\ln t|}}$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$t=e^{-4}$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complicated-looking 'prove odd and even' question almost always hides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simplify the two terms and look for cancellation.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d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Prove that (i)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$2f(x)+xf\left(\frac1x\right)-2f\left(\left|\sqrt2\sin\left(\pi\left(x+\frac14\right)\right)\right|\right)=4\cos^2\frac{\pi x}{2}+x\cos\frac{\pi}{x}$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Prove that 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$f(2)+f\left(\frac12\right)=1$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$f(2)+f(1)=0$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57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Functional equations, Absolute value and trigonometric values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argument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every time, giving three linear equations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$x=1,2,\frac12$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argument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$\left|\sqrt2\sin\pi\left(x+\frac14\right)\right|$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every time, giving three linear equations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$f(1),f(2),f(\frac12)$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right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right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$\left|\sqrt2\sin\frac{5\pi}{4}\right|=1$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$4\cos^2\frac\pi2+\cos\pi=-1$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$2f(1)+f(1)-2f(1)=-1$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$\left|\sqrt2\sin\frac{9\pi}{4}\right|=1$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$4\cos^2\pi+2\cos\frac\pi2=4$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$2f(2)+2f\left(\frac12\right)-2f(1)=4$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 This proves part 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right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$2f(2)+2f\left(\frac12\right)+2=4$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$f(2)+f\left(\frac12\right)=1$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 This proves part 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$\left|\sqrt2\sin\frac{3\pi}{4}\right|=1$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$4\cos^2\frac\pi4+\frac12\cos2\pi=2+\frac12=\frac52$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$2f\left(\frac12\right)+\frac12f(2)-2f(1)=\frac52$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$4f\left(\frac12\right)+f(2)=1$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(i) from (ii):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proves part (ii).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(i) from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$3f\left(\frac12\right)=0$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$f(2)+f(1)=1-1=0$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proves part (ii).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both results hold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$f(1)=-1,\ f(2)=1,\ f(1/2)=0$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both results hold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functional equation with a complicated argument, test the points where that argument collapses to a constant; 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obtained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 linear system: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two equations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three equations hold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functional equation with a complicated argument, test the points where that argument collapses to a constant;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$\left|\sqrt2\sin\pi\left(x+\frac14\right)\right|=1$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$x=1,2,\frac12$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obtained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 linear system: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two equations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$f(a),f(\frac1a)$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$f(\frac12)=0$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three equations hold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defined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some constant.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show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defined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$f(x+y)-kxy=f(x)+2y^2$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some constant.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show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$f(x+y)\,f\left(\frac{1}{x+y}\right)=k$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Functional equations, Substitution in identities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isolates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given values.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isolates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$f(y)=f(0)+2y^2$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$x=y=1$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given values.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relation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relation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$f(x+y)-kxy=f(x)+2y^2$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$f(2)-k=f(1)+2$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$8-k=2+2$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$f(1)=f(0)+2$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general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proves the second part.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$f(y)=f(0)+2y^2=2y^2$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$f(x+y)-4xy=2(x+y)^2-4xy=2x^2+2y^2=f(x)+2y^2$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$s=x+y\neq0$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$f(s)\,f\left(\frac1s\right)=2s^2\cdot\frac{2}{s^2}=4=k$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proves the second part.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$f(x)=2x^2$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(with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Interchange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left side is symmetric (the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too), which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be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Interchange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left side is symmetric (the 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$kxy$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too), which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$f(x)-2x^2$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be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Swapping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sides are equal,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Swapping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$f(x+y)-kxy=f(x)+2y^2$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$f(x+y)-kxy=f(y)+2x^2$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sides are equal,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$f(x)+2y^2=f(y)+2x^2$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$f(x)-2x^2=f(y)-2y^2$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$f(x)-2x^2=c$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$f(x)=2x^2+c$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matches. Using the relation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matches. Using the relation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$8-k=2+2$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$f(s)f\left(\frac1s\right)=2s^2\cdot\frac2{s^2}=4=k$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$f(x)=2x^2$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(with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one side of a functional equation is symmetric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swap the variables and equate the right sides: this often yields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one variable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allowed) reduces a two-variable equation to a one-variable formula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one side of a functional equation is symmetric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swap the variables and equate the right sides: this often yields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$f(x)-g(x)=$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one variable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allowed) reduces a two-variable equation to a one-variable formula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$f(x)=cx^2$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$f(s)f(1/s)=c^2$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Draw rough sketches of the graphs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$f(x)=-1+|x-2|$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$g(x)=2-|x|$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x\le3$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Draw rough sketches of the graphs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Composition of functions, Graphs of modulus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collapses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fold the graph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$g(x)-2=-|x|$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collapses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$-1+|x|$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fold the graph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domain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Graph: a V with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ending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the domain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exists on all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$f(x)=-1+|x-2|$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$g(x)=2-|x|$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$g(x)\in[0,4]$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$0\le2-|x|\le4$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domain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g(x)=-1+|2-|x|-2|=-1+|x|$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g(x)=-1-x=-(1+x)$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Graph: a V with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ending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the domain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exists on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f(x)=2-|-1+|x-2||$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Graph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zigzag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(Also in the PDF: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$u=|x-2|$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$u=2-x\ge1$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$|u-1|=1-x$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f=1+x$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$|u-1|=x-1$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f=3-x$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$2&lt;x\le3$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$u=x-2\le1$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$|u-1|=3-x$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$3&lt;x\le4$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$|u-1|=x-3$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f=5-x$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Graph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zigzag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$(0,1),(1,2),(2,1),(3,2),(4,1)$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(Also in the PDF: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f(x)=-1+||x-2|-3|$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$[3,4]$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g(x)=2-|2-|x||$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$f\circ g(x)=-(1+x)$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for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$-1\le x\le0$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$x-1$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for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$0&lt;x\le2$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$g\circ f(x)=x+1$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$0\le x&lt;1$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$3-x$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$1\le x\le2$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$x-1$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$2&lt;x\le3$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$5-x$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$3&lt;x\le4$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Both functions are piecewise linear, so a composite is determined by its values at the break-points: compute them and join with straight lines.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only bend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bends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Join consecutive points by lines: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four pieces, as before.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$(0,1),(2,-1),(4,1)$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f=2-|f|$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only bend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bends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$x=0,1,2,3,4$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$f=1,0,-1,0,1$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$x=0,1,2,3,4$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f=2-|f|=1,2,1,2,1$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Join consecutive points by lines: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$(0,1)\to(1,2)\to(2,1)\to(3,2)\to(4,1)$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four pieces, as before.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values at the break-points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allowed domain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lines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composites agree with the algebraic answer at every vertex (e.g.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g=-1+|g-2|$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$g-2=-|x|$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values at the break-points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$x=-1,0,2$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allowed domain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$0,-1,1$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$-(1+x)$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composites agree with the algebraic answer at every vertex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f(1)=2=3-1$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$f\circ g(x)=-(1+x)$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for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$-1\le x\le0$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$x-1$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for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$0&lt;x\le2$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$g\circ f(x)=x+1$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$0\le x&lt;1$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$3-x$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$1\le x\le2$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$x-1$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$2&lt;x\le3$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$5-x$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$3&lt;x\le4$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find it first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all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nests, simplify the inner part first: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composite of piecewise-linear functions is piecewise linear; it can only bend at points where an inner piece changes or where an inner value hits a kink of the outer function.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$\{x\in D_g: g(x)\in D_f\}$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find it first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$|a-|x||$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nests, simplify the inner part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$|2-|x|-2|=|x|$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composite of piecewise-linear functions is piecewise linear; it can only bend at points where an inner piece changes or where an inner value hits a kink of the outer function.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for all real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prove that for all real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Deduce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arbitrary constants.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for all real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$2f(u)\cos v=f(u+v)+f(u-v)$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prove that for all real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$f(x)+f(-x)=2a\cos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$f(\pi-x)+f(-x)=0$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$f(\pi-x)+f(x)=-2b\sin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Deduce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$f(x)=a\cos x-b\sin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arbitrary constants.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Functional equations, Trigonometric identities and odd/even parts of a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Three substitutions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combining them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isolates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Three substitutions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$f(x)+f(-x)$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$f(\pi-x)+f(-x)$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$f(\pi-x)+f(x)$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combining them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$(1)+(3)-(2)$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isolates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constant):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$2f(0)\cos x=f(x)+f(-x)$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constant):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$f(x)+f(-x)=2a\cos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$u=\frac\pi2-x$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$u+v=\pi-x$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$u-v=-x$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$\cos\frac\pi2=0$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$2f\left(\frac\pi2-x\right)(0)=f(\pi-x)+f(-x)$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$f(\pi-x)+f(-x)=0$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$v=\frac\pi2-x$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$u+v=\pi-x$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$u-v=x$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v=\sin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sides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$2f\left(\frac\pi2\right)\sin x=f(\pi-x)+f(x)$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$b=-f\left(\frac\pi2\right)$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$f(\pi-x)+f(x)=-2b\sin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$(1)+(3)-(2)$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$[f(x)+f(-x)]+[f(\pi-x)+f(x)]-[f(\pi-x)+f(-x)]=2f(x)$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sides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$2a\cos x-2b\sin x+0$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$2f(x)=2a\cos x-2b\sin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$f(x)=a\cos x-b\sin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$f(x)=a\cos x-b\sin x$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with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$a=f(0)$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$b=-f\left(\frac\pi2\right)$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even part: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pairwise sums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each unknown at once: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satisfied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(product-to-sum: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these span all solutions: the d'Alembert-type pattern.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$f(u+v)+f(u-v)=2f(u)g(v)$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even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$f(v)+f(-v)=2f(0)g(v)$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pairwise sums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$A=p+q$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$B=q+r$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$C=p+r$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each unknown at once: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$2p=A+C-B$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$q=f(-x)$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$r=f(\pi-x)$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$f(u+v)+f(u-v)=2f(u)\cos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satisfied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(product-to-sum: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 u\cos v=\sin(u+v)+\sin(u-v)$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these span all solutions: the d'Alembert-type pattern.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of real numbers, is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interval of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onto. Is the function one-to-one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 Justify your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of real numbers, is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$f(x)=\frac{\alpha x^2+6x-8}{\alpha+6x-8x^2}$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interval of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onto. Is the function one-to-one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 Justify your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Onto and one-one functions, Range of a rational function by the discriminant method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onto iff the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obtained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real root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its discriminant (a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is non-negative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onto iff the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obtained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real root for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its discriminant (a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is non-negative for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Rearranging: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 iff this has a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$y=\frac{\alpha x^2+6x-8}{\alpha+6x-8x^2}$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$y\alpha+6xy-8x^2y=\alpha x^2+6x-8$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Rearranging: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$(\alpha+8y)x^2+(6-6y)x-8-\alpha 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 iff this has a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$D=(6(1-y))^2-4(\alpha+8y)(-8-\alpha y)\ge0$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expanding: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...(1), and its discriminant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expanding: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$9+9y^2-18y+8\alpha+\alpha^2y+64y+8\alpha y^2\ge0$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$y^2(9+8\alpha)+y(\alpha^2+46)+8\alpha+9\ge0$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$9+8\alpha&gt;0$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$\alpha&gt;-\frac98$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...(1), and its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$(\alpha^2+46)^2-4(8\alpha+9)^2\le0$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$(\alpha^2+46+16\alpha+18)(\alpha^2+46-16\alpha-18)=(\alpha^2+16\alpha+64)(\alpha^2-16\alpha+28)=(\alpha+8)^2(\alpha-2)(\alpha-14)\le0$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 Combining (1) and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𝑄𝑢𝑎𝑑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𝑄𝑢𝑎𝑑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ratio of two quadratics, many-one. Explicitly,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inputs, one output,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(Remark: the denominator has real zeros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strictly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defined on all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exercise follows the discriminant method.)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$\alpha\in[2,14]\cup\{-8\}$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 Combining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$\alpha\in[2,14]$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$y=\frac{\text{Quad}}{\text{Quad}}$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ratio of two quadratics, many-one. Explicitly,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$f(1)=\frac{3+6-8}{3+6-8}=1$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$f(-1)=\frac{3-6-8}{3-6-8}=1$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inputs, one output,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(Remark: the denominator has real zeros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$\alpha&gt;-\frac98$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strictly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defined on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exercise follows the discriminant method.)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not one-one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$\alpha\in[2,14]$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for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not one-one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get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demand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remember the separate case where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defined, which is a quick proof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many-one.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of two quadratics is never one-one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it is onto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has two preimages for typical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$\frac{ax^2+bx+c}{px^2+qx+r}$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get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demand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remember the separate case where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$Ay^2+By+C\ge0$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$B^2-4AC\le0$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$f(x)-1=\frac{(\alpha+8)(x^2-1)}{\alpha+6x-8x^2}$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$f(1)=f(-1)=1$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defined, which is a quick proof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many-one.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of two quadratics is never one-one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it is onto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has two preimages for typical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Q13 – Q14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maps from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maps from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$\{1,2,3,4,5\}$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$f(i)\le f(j)$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$i&lt;j$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Number of functions with order conditions (non-decreasing maps), Combinations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A non-decreasing map is determined by the multiset of its three values, so split by how many values coincide.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values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all three values distinct. Choose them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the order is forced (increasing).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functions.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exactly two values equal. Choose the two numbers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 and 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after choosing two numbers there are two patterns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functions.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$f(1)\le f(2)\le 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values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$\{1,\dots,5\}$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all three values distinct. Choose them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$^5C_3=10$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the order is forced (increasing).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functions.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exactly two values equal. Choose the two numbers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$^5C_2=10$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 and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after choosing two numbers there are two patterns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$10\times2=20$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functions.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III: all three values equal: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functions.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III: all three values equal: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functions.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$=10+20+5=35$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Non-decreasing triples correspond to combinations with repetition (stars and bars):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Non-decreasing triples correspond to combinations with repetition (stars and bars):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$\binom{5+3-1}{3}$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Shift: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they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correspondence is one-to-one and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count is the number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$a=f(1)\le b=f(2)\le c=f(3)$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$\{1,\dots,5\}$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Shift: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$b'=b+1$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$c'=c+2$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$a'&lt;b'&lt;c'$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they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$\{1,\dots,7\}$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correspondence is one-to-one and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count is the 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$\{1,\dots,7\}$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$\binom73=35$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non-decreasing maps from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strictly increasing maps: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shift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weak inequalities into strict ones, converting 'with repetition' into 'without repetition'.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pairs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non-decreasing maps from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$\{1,\dots,n\}$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$\binom{n+m-1}{m}$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strictly increasing maps: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nm$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shift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$c\mapsto c+i-1$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weak inequalities into strict ones, converting 'with repetition' into 'without repetition'.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$6=\binom42$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range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assume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values. If the number of such functions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range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$f:\{1,2,3,4,5\}\to\{1,2,3,4,5\}$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assume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values. If the number of such functions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$\frac{N}{300}$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Number of onto functions, Permutations and combinations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Choose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range values, then count the onto maps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elements onto them by inclusion-exclusion.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Choose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range values, then count the onto maps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elements onto them by inclusion-exclusion.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that form the range: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onto functions from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onto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that form the range: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$^5C_3=10$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onto functions from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onto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$3^5-{}^3C_2\,2^5+{}^3C_1\,1^5$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$=243-3(32)+3(1)=243-96+3=150$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$N=10\times150=1500$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N{300}=\frac{1500}{300}=5$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onto maps directly by the sizes of the three preimage blocks: types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onto maps directly by the sizes of the three preimage blocks: types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$(3,1,1)$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$(2,2,1)$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five domain elements are split into three non-empty groups, one for each chosen range value. The group sizes are either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Type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choose which range value receives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 and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go there (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other two elements go to the other two values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five domain elements are split into three non-empty groups, one for each chosen range value. The group sizes are 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choose which range value receives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 and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go there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$\binom53=10$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other two elements go to the other two values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$2!=2$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$3\times10\times2=60$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Type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choose the value with one element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 and the element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ways), then split the remaining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into two pairs assigned to the other two values: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Onto maps: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choose the value with one element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 and the element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ways), then split the remaining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into two pairs assigned to the other two 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$\binom42=6$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$3\times5\times6=90$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Onto maps: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$60+90=150$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$N=10\times150=1500$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N{300}=5$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onto maps from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to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(Stirling number of the second kind).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functions from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to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whose range has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 on small cases: onto maps from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onto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number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onto maps from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to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$\sum_{j=0}^{k}(-1)^j\binom kj(k-j)^n=k!\,S(n,k)$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(Stirling number of the second kind).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$3!\,S(5,3)=6\times25=150$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functions from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to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whose range has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mr\cdot r!\,S(n,r)$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 on small cases: onto maps from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onto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$2^3-2=6$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Paragraph Based 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Q15 – Q21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3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Two paragraphs: Q15-17 and Q18-21; single correct option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6752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a function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fundamental period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 the fractional part and greatest integer functions respectively),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domain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another function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on the basis of the above information answer the following.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An irrational number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Prime number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 composite number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Neither prime nor composite number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6752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a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$f_1(x)=e^{\tan\{\frac x4\}}+\cos\pi\left(\frac{1-2[x]}{2}\right)+\sin\left(\frac{x-[x]}{2}\right)$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fundamental period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$\{\cdot\}$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$[\cdot]$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 the fractional part and greatest integer functions respectively),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$y=\sqrt{2p+\frac p2[x]-[x]^2}$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domain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$[q,r)$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another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$f_2(x)=\begin{cases}2+x,&amp;x\ge0\\2-x,&amp;x&lt;0\end{cases}$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on the basis of the above information answer the following.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An irrational number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Prime number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 composite number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Neither prime nor composite number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Periodic functions, Fractional part and greatest integer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two surviving terms have periods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$\cos\left(\frac\pi2-\pi[x]\right)=\sin(\pi[x])=0$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two surviving terms have periods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$x-[x]=\{x\}$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$f_1(x)=e^{\tan\{\frac x4\}}+\cos\left(\frac\pi2-\pi[x]\right)+\sin\left(\frac{\{x\}}2\right)$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$\cos\left(\frac\pi2-\pi[x]\right)=\sin(\pi[x])=0$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$e^{\tan\{x/4\}}$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$\{x/4\}$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$\sin\left(\frac{\{x\}}{2}\right)$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period of the sum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lcm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fundamental period: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at every integer,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bigger jump). So any period must be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composite number: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period of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$\operatorname{lcm}(4,1)=4$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fundamental period: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at every integer,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$-\sin\frac12$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$x\not\equiv0\pmod4$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$1-e^{\tan1}-\sin\frac12$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bigger jump). So any period must be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composite number: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A composite number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period from the pattern of jumps (discontinuities)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proves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smallest period, not merely a period.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period from the pattern of jumps (discontinuities)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proves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smallest period, not merely a period.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removing the zero term,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is continuous except at 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limit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(approximately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4.747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jump is about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term is continuous, and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drops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jump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removing the zero term,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$f_1(x)=e^{\tan\{x/4\}}+\sin\frac{\{x\}}2$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is continuous except at 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$e^{\tan1}+\sin\frac12$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(approximately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$4.747+0.479$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jump is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$-4.22$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$x=4k+1,4k+2,4k+3$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term is continuous, and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$\sin\frac{\{x\}}2$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drops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jump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$-\sin\frac12\approx-0.479$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carry discontinuities to discontinuities with equal jumps.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and the large jump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go to another large jump: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period (both terms repeat after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fundamental period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composite number: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carry discontinuities to discontinuities with equal jumps.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and the large jump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go to another large jump: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$T\equiv0\pmod 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period (both terms repeat after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fundamental period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$4=2^2$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composite number: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A composite number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fundamental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periodic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explicit.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lcm of periods gives a period of a sum, but not always the fundamental one; confirm using jumps, sign changes or special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a term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(integer-valued expression)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 vanishes: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$\{x/k\}$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fundamental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periodic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$\sin(\pi[x])=0$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$\cos(\pi[x])=(-1)^{[x]}$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explicit.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lcm of periods gives a period of a sum, but not always the fundamental one; confirm using jumps, sign changes or special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a term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(integer-valued expression)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 vanishes: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$\sin(\pi[x])=0$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614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a function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fundamental period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 the fractional part and greatest integer functions respectively),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domain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another function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on the basis of the above information answer the following.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614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a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$f_1(x)=e^{\tan\{\frac x4\}}+\cos\pi\left(\frac{1-2[x]}{2}\right)+\sin\left(\frac{x-[x]}{2}\right)$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fundamental period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$\{\cdot\}$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$[\cdot]$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 the fractional part and greatest integer functions respectively),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$y=\sqrt{2p+\frac p2[x]-[x]^2}$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domain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$[q,r)$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another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$f_2(x)=\begin{cases}2+x,&amp;x\ge0\\2-x,&amp;x&lt;0\end{cases}$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on the basis of the above information answer the following.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$r-q-1$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of functions, Greatest integer function; quadratic inequality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domain condition is a quadratic inequality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becomes an interval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ending half-open.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domain condition is a quadratic inequality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becomes an interval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ending half-open.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$y=\sqrt{8+2[x]-[x]^2}$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$8+2[x]-[x]^2\ge0$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$[x]^2-2[x]-8\le0$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$([x]-4)([x]+2)\le0$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$[x]\in[-2,4]$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$[x]=-2,-1,\dots,4$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$[x]\ge-2$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$x\in[-2,5)$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$r-q-1=5-(-2)-1=6$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upper end is open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 to read the range quickly: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Remember to use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found in the previous part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$m\le[x]\le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m\le x&lt;n+1$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upper end is open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 to read the range quickly: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$8+2n-n^2=9-(n-1)^2\ge0\iff|n-1|\le3$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Remember to use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found in the previous part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614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a function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fundamental period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 the fractional part and greatest integer functions respectively),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domain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another function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on the basis of the above information answer the following.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614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a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$f_1(x)=e^{\tan\{\frac x4\}}+\cos\pi\left(\frac{1-2[x]}{2}\right)+\sin\left(\frac{x-[x]}{2}\right)$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fundamental period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$\{\cdot\}$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$[\cdot]$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 the fractional part and greatest integer functions respectively),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$y=\sqrt{2p+\frac p2[x]-[x]^2}$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domain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$[q,r)$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another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$f_2(x)=\begin{cases}2+x,&amp;x\ge0\\2-x,&amp;x&lt;0\end{cases}$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on the basis of the above information answer the following.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$f_2(f_2(x))$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$[p,\infty)$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$[q,\infty)$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$[r,\infty)$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$(-\infty,-r)\cup(p,\infty)$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Composition of functions, Range of a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outer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always uses the branch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$f_2(x)=2+|x|\ge2&gt;0$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outer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always uses the branch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$2+t$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graph is the V-shape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minimum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$f_2(x)=2+x$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graph is the V-shape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$y=2+|x|$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minimum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$f_2(x)\ge2&gt;0$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$f_2(f_2(x))=2+f_2(x)$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branches have 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every value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$f_2(f_2(x))=2+(2+x)=4+x$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$f_2(f_2(x))=2+(2-x)=4-x$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branches have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every value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$[4,\infty)$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$=[4,\infty)=[p,\infty)$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$[p,\infty)$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-fold composite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a composite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𝑟𝑎𝑛𝑔𝑒 𝑜𝑓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translate piecewise definitions into one expression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possible.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$f(x)=c+|x|$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$f(f(x))=2c+|x|$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-fold composite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$nc+|x|$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a composite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$f(\text{range of }g)$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$f_2([2,\infty))=[4,\infty)$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translate piecewise definitions into one expression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possible.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06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largest real number for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bijective.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06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$f(x)=x^2-2x-1$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$\forall 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$f:(-\infty,a]\to[b,\infty)$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largest real number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bijective.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5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Bijective functions, Quadratic function: vertex and monotonicity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A parabola is one-one on a half-line only up to its vertex; the vertex value is then the lower end of the range.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parabola with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decreases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largest such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down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range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(onto).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$f(x)=(x-1)^2-2$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parabola with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decreases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largest such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$f(1-h)=f(1+h)$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down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(onto).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$a+b=1-2=-1$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exactly on intervals not containing both sides of the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largest half-line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to the vertex abscissa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the range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exactly on intervals not containing both sides of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 b{2a}$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largest half-line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to the vertex abscissa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$[f(a),\infty)$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$\frac{-b}{2a}=\frac{2}{2}=1$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88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largest real number for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bijective.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least value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88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$f(x)=x^2-2x-1$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$\forall 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$f:(-\infty,a]\to[b,\infty)$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largest real number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bijective.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$g(x)=f(x)+3x-1$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least value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$y=g(|x|)$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9732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Even functions and modulus, Quadratic function: minimum value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vertex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increasing and its least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vertex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$x=-\frac12&lt;0$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function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increasing and its least value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$g(x)=f(x)+3x-1=x^2-2x-1+3x-1=x^2+x-2$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$g(x)=\left(x+\frac12\right)^2-\frac94$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$g(|x|)=\left(|x|+\frac12\right)^2-\frac94$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minimum occurs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 (Note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minimum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$|x|+\frac12\ge\frac12$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$g(|x|)$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minimum occurs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$g_{\min}=g(0)=-2$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 (Note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minimum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$g(|x|)$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even; its graph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that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mirrored. The minimum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vertex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to the left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vertex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instead.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this point is not reachable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typical trap.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$g(|x|)$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even; its graph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that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mirrored. The minimum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vertex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to the left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 g(|x|)=g(x_0)$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instead.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 g(x)=-\frac94$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this point is not reachable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typical trap.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78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largest real number for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bijective.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 by: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78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$f(x)=x^2-2x-1$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$\forall 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$f:(-\infty,a]\to[b,\infty)$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largest real number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bijective.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$f:[a,\infty)\to[b,\infty)$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 by: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$1+\sqrt{x+2}$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$1-\sqrt{x+3}$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$1-\sqrt{x+2}$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$1+\sqrt{x+3}$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87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Inverse of a function, Quadratic function: monotonicity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inverse takes the larger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$[1,\infty)$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inverse takes the larger root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$x=1+\sqrt{y+2}$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$f:[1,\infty)\to[-2,\infty)$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$f^{-1}:[-2,\infty)\to[1,\infty)$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$x^2-2x-(1+y)=0$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$x=\frac{2\pm\sqrt{4+4(1+y)}}{2}=1\pm\sqrt{2+y}$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inverse must give values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take the plus sign: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inverse must give values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take the plus sign: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$x=1+\sqrt{2+y}$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$f^{-1}(y)=1+\sqrt{2+y}$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$f^{-1}(x)=1+\sqrt{x+2}$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$1+\sqrt{x+2}$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Verify the options by composing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true inverse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outputs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Verify the options by composing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true inverse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$f(f^{-1}(x))=x$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outputs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$[1,\infty)$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(A):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the domain)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(D):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✗.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$f(t)=(t-1)^2-2$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$f(1+s)=s^2-2$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$t=1+\sqrt{x+2}\ge1$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the domain)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$f(t)=(x+2)-2=x$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$t=1+\sqrt{x+3}$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$f(t)=x+3-2=x+1\neq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✗.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 (B) and (C):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output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the inverse of the other branch) ✗.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 (B) and 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$t=1-\sqrt{\cdot}\le1$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output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the inverse of the other branch) ✗.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$f^{-1}(x)=1+\sqrt{x+2}$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$1+\sqrt{x+2}$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which branch is required by the domain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(outputs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 the domain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$f(x)=(x-h)^2+k$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$[h,\infty)$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$h+\sqrt{x-k}$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$(-\infty,h]$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$h-\sqrt{x-k}$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which branch is required by the domain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(outputs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 the domain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$f^{-1}(2)=1+\sqrt4=3$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06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largest real number for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bijective.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range of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real roots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06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$f(x)=x^2-2x-1$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$\forall 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$f:(-\infty,a]\to[b,\infty)$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largest real number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bijective.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range of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$f(|x|)=k$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real roots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57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Even functions and modulus, Roots of a quadratic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graph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W-shaped: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cuts it four times only between the two minima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central peak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graph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$f(|x|)$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W-shaped: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cuts it four times only between the two minima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central peak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minimum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Reflecting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gives a W-shaped graph: minima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local maximum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$f(|x|)=x^2-2|x|-1$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Reflecting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gives a W-shaped graph: minima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local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horizontal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graph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points iff it lies strictly between the minimum level and the central peak.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horizontal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graph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points iff it lies strictly between the minimum level and the central peak.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$-2&lt;k&lt;-1$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$k\in(-2,-1)$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$(-2,-1)$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four distinct roots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 two distinct positive roots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apply sum, product and discriminant conditions.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$t=|x|$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four distinct roots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 two distinct positive roots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apply sum, product and discriminant conditions.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Each positive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two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only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Four distinct real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two distinct positive roots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Discriminant: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$t=|x|\ge0$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$t^2-2t-(1+k)=0$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Each positive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two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only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Four distinct real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two distinct positive roots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Discriminant: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$4+4(1+k)&gt;0\Rightarrow k&gt;-2$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Sum of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automatic.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$-(1+k)&gt;0\Rightarrow k&lt;-1$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Sum of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automatic.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$-2&lt;k&lt;-1$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$(-2,-1)$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count positive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each gives two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(none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counted twice).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positive and distinct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positive: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1.707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0.293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(four roots).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$f(|x|)=k$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count positive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each gives two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(none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counted twice).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$t^2-2t+c=0$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positive and distinct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$k=-1.5$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$t=1\pm\sqrt{0.5}$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positive: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$x=\pm1.707,\pm0.293$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(four roots).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Matching List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Q22 – Q24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3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Match Column I with Column II; one or more matches per row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4546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2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Match the following columns: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Column I: (A) The period of the function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is a many-one function for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may be.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(C) The fundamental period of the function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d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(D) If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is a bijective function defined by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are non-zero real numbers, then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is equal to.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Column II: (P)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(Q)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(R)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(S)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2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4546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2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Match the following columns: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Column I: (A) The period of the function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$y=\sin\left(2\pi t+\frac\pi3\right)+2\sin\left(3\pi t+\frac\pi4\right)+3\sin5\pi t$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$y=\{\sin(\pi x)\}$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is a many-one function for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$x\in(0,a)$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may be.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(C) The fundamental period of the function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$y=\frac12\left(\frac{|\sin(\pi/4)x|}{\cos(\pi/4)x}+\frac{\sin(\pi/4)x}{|\cos(\pi/4)x|}\right)$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(D) If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$f:[0,2]\to[0,2]$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is a bijective function defined by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$f(x)=ax^2+bx+c$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are non-zero real numbers, then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is equal to.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Column II: (P)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(Q)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(R)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(S)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endParaRPr sz="22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Periodic functions, One-one and many-one functions, Bijective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LCM of the periods, the shape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sign pattern of the given expression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and the end-point mapping of a bijection.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LCM of the periods, the shape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$\{\sin\pi x\}$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sign pattern of the given expression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$\theta=\frac{\pi x}4$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and the end-point mapping of a bijection.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66360"/>
                <a:ext cx="10725912" cy="15087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terms have periods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period of the sum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lcm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lcm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hcf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 is a period, and so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Q, 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66360"/>
                <a:ext cx="10725912" cy="15087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terms have periods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$\frac{2\pi}{2\pi}=1$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$\frac{2\pi}{3\pi}=\frac23$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$\frac{2\pi}{5\pi}=\frac25$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period of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$\operatorname{lcm}\left(1,\frac23,\frac25\right)=\frac{\operatorname{lcm}(1,2,2)}{\operatorname{hcf}(1,3,5)}=2$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 is a period, and so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$8=4\times2$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Q, 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one-one (strictly increasing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many-one (e.g.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Q, 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expression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other two quadrants.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pattern repeats only after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fundamental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$y=\{\sin\pi 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one-one (strictly increasing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many-one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$\sin\frac{\pi}{3}=\sin\frac{2\pi}3$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(Q):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Q, 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$\theta=\frac{\pi x}4$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expression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$\sin\theta\ge0,\cos\theta&gt;0$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$\sin\theta&lt;0,\cos\theta&lt;0$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other two quadrants.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pattern repeats only after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$\theta\to\theta+2\pi$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 x}{4}$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fundamental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(Q):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continuous bijection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 itself, so it is strictly monotonic and maps the end-points to the end-points: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(given),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continuous bijection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 itself, so it is strictly monotonic and maps the end-points to the end-points: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$f(0)=c\neq0$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(given),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(S):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Q, R; (B) Q, R; (C) Q; (D) S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Period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lcm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fractions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lcm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lcm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hcf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period then so is every positive integer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(A)); 'fundamental' means the least.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continuous bijection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monotone and sends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one-one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Period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a_i\sin(k_it+\phi_i)$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$\operatorname{lcm}\left(\frac{2\pi}{k_i}\right)$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fractions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$\frac{m_i}{n_i}$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lcm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$=\frac{\operatorname{lcm}(m_i)}{\operatorname{hcf}(n_i)}$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period then so is every positive integer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(A)); 'fundamental' means the least.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continuous bijection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$[p,q]\to[p,q]$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monotone and sends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$\{p,q\}$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$\{p,q\}$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$\{\sin\pi 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one-one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4223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the following columns: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I: (A) Domain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Solution set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identical 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II: (P)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4223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the following columns: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I: (A) Domain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$f(x)=\sqrt{2^x-3^x}+\log_{\frac12}x$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Solution set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$2\cos^2\frac x2\sin^2x=x^2+\frac1{x^2}$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$A=\{(x,y);\,y=\frac1x,\,x\in R_0\}$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$B=\{(x,y);\,y=-x,\,x\in R\}$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$f(x)=\sqrt x\sqrt{x-1}$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$g(x)=\sqrt{x^2-x}$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identical 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II: (P)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of functions, Identical functions; intersection of sets, Range and bounds of trigonometric expressions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the sizes of both sides in (B):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stays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the sizes of both sides in (B):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$(1+\cos x)\sin^2x$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stays below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$x^2+\frac1{x^2}\ge2$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logarithm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both: the domain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$2^x-3^x\ge0\iff\left(\frac23\right)^x\ge1\iff 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logarithm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$\log_{1/2}x$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both: the domain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maximum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LHS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And RHS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 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$2\cos^2\frac x2\sin^2x=(1+\cos x)\sin^2x=(1+\cos x)(1-\cos^2x)$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x=t\in[-1,1]$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$=1+t-t^2-t^3$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maximum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$1+t-t^2-t^3=(1+t)^2(1-t)$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$\frac{32}{27}&lt;2$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LHS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$\le\frac{32}{27}$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And RHS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$=x^2+\frac1{x^2}\ge2$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 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real solution,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domain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equal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identical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$\frac1x=-x\Rightarrow x^2=-1$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real solution,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B=\phi$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$f(x)=\sqrt x\sqrt{x-1}$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domain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$g(x)=\sqrt{x^2-x}$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$\sqrt{x^2-x}$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identical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S; (B) S; (C) S; (D) R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Bound the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equality impossible, rather than maximising a cubic.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Bound the product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$(1+\cos x)\sin^2x\le2\cdot1$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equality impossible, rather than maximising a cubic.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Equality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together, which is impossible. So LHS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AM-GM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Hence LHS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RHS: no real solution,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Two conditions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contradict each other: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$1+\cos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$(1+\cos x)\sin^2x\le2$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Equality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together, which is impossible. So LHS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$=x^2+\frac1{x^2}\ge2$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AM-GM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Hence LHS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$&lt;2\le$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RHS: no real solution,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Two conditions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$(2/3)^x\ge1$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contradict each other: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Domains: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common part where they agree and both exist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Domains: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common part where they agree and both exist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S; (B) S; (C) S; (D) R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show an equation has no solution, bound the two sides separately: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(AM-GM,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maximum occurs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 exactly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undefined).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show an equation has no solution, bound the two sides separately: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$x^2+\frac1{x^2}\ge2$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(AM-GM,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$(1+\cos x)\sin^2x=(1+\cos x)^2(1-\cos x)\le\frac{32}{27}$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maximum occurs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a\sqrt b=\sqrt{ab}$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x\sqrt{x-1}$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$\sqrt{x^2-x}$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 exactly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undefined).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0402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the following columns: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I: (A)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an inverse that can be written in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real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infinitely many real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II: (P) even (Q) odd (R) prime (S) neither prime nor composite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0402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the following columns: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I: (A)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$f(x)=\frac{3x-2}{x+4}$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an inverse that can be written in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$f^{-1}(x)=\frac{x+b}{cx+d}$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$(b+c+d)$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$f(x)=\frac{x}{1+x}$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$g(x)=\frac{rx}{1-x}$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real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$f(g(x))=g(f(x))$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infinitely many real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$f(x)+f(f(x))+f(f(f(x)))+f(f(f(f(x))))=116$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II: (P) even (Q) odd (R) prime (S) neither prime nor composite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Inverse and composition of functions, Number properties (even, odd, prime)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each part to a number: 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classify the number.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each part to a number: (A)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$b+c+d=1$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(B)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$|S|=2$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(C)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classify the number.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$y=\frac{3x-2}{x+4}\Rightarrow xy+4y=3x-2\Rightarrow x(y-3)=-4y-2$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odd (Q) and neither prime nor composite (S):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Q, 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infinitely many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elements: even (P) and prime (R):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P, 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$x=\frac{-4y-2}{y-3}=\frac{y+\frac12}{\frac34-\frac14y}$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$f^{-1}(x)=\frac{x+\frac12}{\frac34-\frac14x}$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$b+c+d=\frac12-\frac14+\frac34=1$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odd (Q) and neither prime nor composite (S):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Q, 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$f(g(x))=\frac{\frac{rx}{1-x}}{1+\frac{rx}{1-x}}=\frac{rx}{1-x+rx}$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$g(f(x))=\frac{r\frac x{1+x}}{1-\frac x{1+x}}=rx$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$\frac{rx}{1-x+rx}=rx$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$1-x+rx=1$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$rx=x$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infinitely many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elements: even (P) and prime (R):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P, 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(Q) and prime (R):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Q, 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$f(f(x))=4x+3$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$f(f(f(x)))=8x+7$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$f(f(f(f(x))))=16x+15$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$(2x+1)+(4x+3)+(8x+7)+(16x+15)=30x+26=116$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$30x=90$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(Q) and prime (R):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Q, 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Q, S; (B) P, R; (C) Q, R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Linear-fractional maps behave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matrices (composition = product, inverse = adjugate),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iterates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 geometric pattern.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Linear-fractional maps behave like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matrices (composition = product, inverse = adjugate),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$f(x)+1=2(x+1)$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iterates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 geometric pattern.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inverse corresponds to the adjugate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numerator and denominator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the numerator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Q,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$f\leftrightarrow\begin{pmatrix}3&amp;-2\\1&amp;4\end{pmatrix}$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inverse corresponds to the adjugate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$\begin{pmatrix}4&amp;2\\-1&amp;3\end{pmatrix}$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$f^{-1}(x)=\frac{4x+2}{-x+3}$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$f^{-1}(x)=\frac{x+\frac12}{-\frac14x+\frac34}$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$b+c+d=\frac12-\frac14+\frac34=1$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Q,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infinitely many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the two maps are identical,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proportional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degenerate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also works.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P, 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sum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Q, 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$f\leftrightarrow F=\begin{pmatrix}1&amp;0\\1&amp;1\end{pmatrix}$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$g\leftrightarrow G=\begin{pmatrix}r&amp;0\\-1&amp;1\end{pmatrix}$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$FG=\begin{pmatrix}r&amp;0\\r-1&amp;1\end{pmatrix}$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$GF=\begin{pmatrix}r&amp;0\\0&amp;1\end{pmatrix}$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g=g\circ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infinitely many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the two maps are identical,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proportional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degenerate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$f(0)=0=g(f(x))$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also works.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P, 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$f(x)+1=2(x+1)$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$f^n(x)=2^n(x+1)-1$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sum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$n=1..4$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$(2+4+8+16)(x+1)-4=30(x+1)-4=30x+26=116\Rightarrow 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Q, 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Q, S; (B) P, R; (C) Q, R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inverse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(adjugate); composition of Möbius maps corresponds to multiplying their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shift by the fixed point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Classification of numbers: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prime nor composite;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even prime;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and neither.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inverse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$\frac{ax+b}{cx+d}$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$\frac{dx-b}{-cx+a}$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(adjugate); composition of Möbius maps corresponds to multiplying their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$f^n(x)=2^n(x+1)-1$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$f(x)=mx+c$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shift by the fixed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$x_0=\frac{c}{1-m}$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$f^n(x)-x_0=m^n(x-x_0)$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Classification of numbers: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prime nor composite;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even prime;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and neither.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2.15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9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9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24 questions, 86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Function Sheet C2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2.15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