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3.0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all four options fail for a constant function and then gives answer (C). That is inconsistent (the key contradicts its own working), and option (A) actually holds for a constant function (0 = 0). Correct reasoning: constants kill (B), (C), (D); f(x)=x^2 kills (A) and (C). So no option is true for every f in S, and the printed key (C) looks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wrote the general solution as 4theta = n*pi + (-1)^n * pi/3, which solves sin4theta = +sqrt3/2, not -sqrt3/2. It then listed S = {pi/12, pi/6, 7pi/12, 2pi/3} (sum 3pi/2, beta = 3pi/8). The correct general solution is 4theta = n*pi + (-1)^n * (-pi/3); S = {pi/3, 5pi/12, 5pi/6, 11pi/12}, sum 5pi/2, beta = 5pi/8. Both routes give f(beta)=5/4 (cos(3pi/2)=cos(5pi/2)=0), so the key (D) is right by coincidence of the cosine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L'Hopital's rule to the 0/0 form, giving f'(3+x)+f'(2-x) and then substitutes x=0. That needs f' to be continuous at 3 and 2, which is not given (f is only differentiable). Replaced by the definition of the derivative on each difference quotient. The answer 1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02_01)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Q1–Q20)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all such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$f:[-7,0]\to\mathbb{R}$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$f(-7)=-3$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all such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$[-3,11]$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$[-6,20]$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$(-\infty,20]$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Lagrange's mean value theorem and bounds on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LMVT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each value above; there is no lower bound.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LMVT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$[-7,0]$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$[-7,-1]$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each value above; there is no lower bound.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LMVT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apply LMVT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LMVT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$f'(c_1)=\frac{f(0)-f(-7)}{0-(-7)}\le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$c_1\in(-7,0)$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$f(0)-f(-7)\le 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$f(0)\le 14-3=11$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apply LMVT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$f'(c_2)=\frac{f(-1)-f(-7)}{-1-(-7)}\le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$f(-1)+3\le 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$f(-1)\le 12-3=9$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Nothing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 (only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given), so the sum can be arbitrarily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$f(0)+f(-1)\le 11+9=20$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Nothing bounds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given), so the sum can be arbitrarily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$f(-1)+f(0)\in(-\infty,20]$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$(-\infty,20]$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non-increasing and bounded above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$g(x)=f(x)-2x$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non-increasing and bounded above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$g(-7)$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$g'(x)=f'(x)-2\le0$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$g(-7)=f(-7)+14=11$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$g(x)\le 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$x\in[-7,0]$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$f(0)=g(0)\le 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$f(-1)=g(-1)-2\le 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 is attained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side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$f(-1)+f(0)\le 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bound is attained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$f(-7)=-3$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side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$f(x)=-3-N(x+7)$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$f(-1)+f(0)=-6-13N\to-\infty$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$(-\infty,20]$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$(-\infty,20]$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inside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(one-sided Lipschitz bound from LMVT).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bounds of this kind add: bound each value separately from the same base point, then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only an upper bound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has no lower bound, so the answer is a half-line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a closed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sharp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inside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$f(x)-f(a)\le M(x-a)$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(one-sided Lipschitz bound from LMVT).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bounds of this kind add: bound each value separately from the same base point, then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only an upper bound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has no lower bound, so the answer is a half-line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$(-\infty,U]$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a closed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sharp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$f(-1)+f(0)=9+11$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function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greater than: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function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$\frac{f(c)-f(a)}{f(b)-f(c)}$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greater than: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$\frac{c-a}{b-c}$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$\frac{b-c}{c-a}$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$\frac{b+a}{b-a}$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Concavity and slopes of chords of a graph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an increasing concave graph, so chord slopes fall from left to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$f'&gt;0,\ f''&lt;0$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an increasing concave graph, so chord slopes fall from left to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increasing and concave (bends downward).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increasing and concave (bends downward).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$C(c,f(c))$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$B(b,f(b))$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$m_{AC}=\frac{f(c)-f(a)}{c-a}$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$m_{CB}=\frac{f(b)-f(c)}{b-c}$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concave graph the chord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steeper: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cross-multiplying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concave graph the chord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steeper: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$m_{AC}&gt;m_{CB}$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$\frac{f(c)-f(a)}{c-a}&gt;\frac{f(b)-f(c)}{b-c}$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$f(b)-f(c)&gt;0$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cross-multiplying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$\frac{f(c)-f(a)}{f(b)-f(c)}&gt;\frac{c-a}{b-c}$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$\frac{c-a}{b-c}$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Test-function elimination: a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equality for (A), and a concrete concave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such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only (A) is always smaller.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Test-function elimination: a linear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equality for (A), and a concrete concave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such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only (A) is always smaller.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must hold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one: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0.732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1.268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possible.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smaller,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must hold for every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one: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c=3,\ 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$\frac{\sqrt3-1}{3-\sqrt3}=\frac{0.732}{1.268}\approx0.577$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$\frac{c-a}{b-c}=\frac{2}{6}\approx0.333&lt;0.577$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possible.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$\frac{b-c}{c-a}=3$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smaller,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survives, and the chord-slope argument shows (A) is true in general.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$\frac{b+a}{b-a}=\frac{10}{8}=1.25$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$0.577$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survives, and the chord-slope argument shows (A) is true in general.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$\frac{c-a}{b-c}$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for strictly concave); the inequality reverses for convex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 (LMVT):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equality, so any inequality of this type is the strict version of the linear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$a&lt;c&lt;b$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$\frac{f(c)-f(a)}{c-a}\ge\frac{f(b)-f(c)}{b-c}$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for strictly concave); the inequality reverses for convex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 (LMVT):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$f'(\xi_1)&gt;f'(\xi_2)$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$\xi_1&lt;c&lt;\xi_2$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equality, so any inequality of this type is the strict version of the linear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$a=1,c=3,b=9$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$\frac{\ln3}{\ln3}=1&gt;\frac13$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$f(x)=x\sqrt{kx-x^2}$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$(5,3\sqrt6)$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$(4,3\sqrt3)$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maximum value of a function on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at the right end.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$3k\ge4x$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increasing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peaks at the right end.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positive,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worst case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$f(x)=x\sqrt{kx-x^2}=\sqrt{kx^3-x^4}$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$f'(x)=\frac{3kx^2-4x^3}{2\sqrt{kx^3-x^4}}\ge0$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positive,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$3kx^2-4x^3\ge0$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$3k-4x\ge0$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$3k\ge4x$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worst case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$3k\ge12$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its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$kx-x^2\ge0$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$f(x)=x\sqrt{4x-x^2}$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$3\cdot4-4x=0$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its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$M=3\sqrt{12-9}=3\sqrt3$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$(m,M)=(4,3\sqrt3)$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$(4,3\sqrt3)$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 together, so work with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avoid the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 together, so work with the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$h=f^2=kx^3-x^4$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avoid the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$h(x)=f(x)^2=kx^3-x^4$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$h'(x)=3kx^2-4x^3=x^2(3k-4x)\ge0$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$3k\ge4x$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$h(x)=4x^3-x^4$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$x^2(12-4x)\ge0$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$h(3)=108-81=27$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$M=\sqrt{h(3)}=\sqrt{27}=3\sqrt3$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$(4,3\sqrt3)$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non-negative function,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monotonicity, so a radical can be dropped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interval' reduces to a bound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worst point of the interval: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too: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weaker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non-negative function,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monotonicity, so a radical can be dropped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need to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interval' reduces to a bound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worst point of the interval: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$k\ge\max\frac{4x}{3}=4$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$kx-x^2\ge0$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weaker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$y(a)=\sqrt{2\left(\frac{\tan a+\cot a}{1+\tan^2 a}\right)+\frac{1}{\sin^2 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$a\in\left(\frac{3\pi}{4},\pi\right)$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identities, Differentiation of a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 is a perfect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inside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 is a perfect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$y=|1+\cot 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$(3\pi/4,\pi)$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inside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a=\frac{\sin a}{\cos a}+\frac{\cos a}{\sin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$1+\tan^2a=\sec^2a$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a+\cot a}{\sec^2a}=\cos^2a\cdot\frac{1}{\sin a\cos a}=\cot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$y=\sqrt{2\cot a+\csc^2a}=\sqrt{2\cot a+1+\cot^2a}$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$y=\sqrt{(1+\cot a)^2}=|1+\cot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$a\in\left(\frac{3\pi}{4},\pi\right)$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$1+\cot 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$y(a)=-1-\cot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$\frac{dy}{da}=\csc^2a$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$\frac{dy}{da}=\csc^2\frac{5\pi}{6}=\left(\frac{1}{1/2}\right)^2=4$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implicitly before simplifying, then use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given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implicitly before simplifying, then use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given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simplification,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simplification,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$y^2=2\cot a+\csc^2a$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$2yy'=-2\csc^2a-2\csc^2a\cot a=-2\csc^2a\,(1+\cot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$y'=-\csc^2a\cdot\frac{1+\cot a}{y}$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$1+\cot a=1-\sqrt3&lt;0$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$y=|1-\sqrt3|=\sqrt3-1$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$\frac{1+\cot a}{y}=\frac{1-\sqrt3}{\sqrt3-1}=-1$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$y'=\csc^2\frac{5\pi}{6}=4$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fix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stated interval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modulus opens with a minus sign. 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3.464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0.732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$\sqrt{u^2}=|u|$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fix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stated interval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a=\frac{1}{\sin a\cos a}=\frac{2}{\sin2a}$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a+\cot a}{1+\tan^2a}=\cot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 a+\csc^2a=(1+\cot 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$\csc^2a=1+\cot^2a$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$\left(\frac{3\pi}{4},\pi\right)$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the modulus opens with a minus sign. 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$y(5\pi/6)=\sqrt3-1\approx0.732$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 a+\csc^2a\approx-3.464+4=0.536=0.732^2$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four, having critical points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four, having critical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0,\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$T=\{x\in\mathbb{R}\mid f(x)=f(0)\}$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Critical points of a polynomial function, Roots of polynomial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quartic's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cubic, so its three critical points fix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quartic's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cubic, so its three critical points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$f'(x)=Ax(x^2-1)$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4,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4,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$f'(x)=A(x+1)(x-1)x$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$f'(x)=A(x^3-x)$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$f(x)=\frac{Ax^4}{4}-\frac{Ax^2}{2}+K$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$\frac{Ax^4}{4}-\frac{Ax^2}{2}+K=K$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$\frac{A}{4}\left(x^4-2x^2\right)=0$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$x^2(x^2-2)=0$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\sqrt2,\ 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$T=\{0,\sqrt2,-\sqrt2\}$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$=0^2+(\sqrt2)^2+(-\sqrt2)^2=0+2+2=4$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critical point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$f(x)-f(0)=x^2(px^2+q)$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critical point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$q=-2p$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degree 3,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(double, counted once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squares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degree 3,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$f(x)=px^4+qx^2+r$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$f(x)-f(0)=px^4+qx^2=x^2(px^2+q)$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$f'(1)=4p+2q=0$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$f(x)-f(0)=px^2(x^2-2)$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(double, counted once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$T=\{0,\pm\sqrt2\}$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squares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whose derivative is odd is even (plus a constant), and conversely; critical points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an even quartic.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with a double root at every critical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the base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set: a repeated root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double) is counted once in the sum of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whose derivative is odd is even (plus a constant), and conversely; critical points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an even quartic.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$f'(x)=A\prod(x-r_i)$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$f(x)-f(r_0)=\int_{r_0}^{x}f'$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with a double root at every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the base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set: a repeated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double) is counted once in the sum of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$f(\pm\sqrt2)=4-4=0=f(0)$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local minima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$f(x)=(3x^2+ax-2-a)e^x$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local minima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of a function (first derivative test)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$f'(x)=e^x\cdot q(x)$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$f'(x)=(6x+a)e^x+(3x^2+ax-2-a)e^x$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$(6+a)e+(3+a-2-a)e=0$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$f'(x)=(6x-7)e^x+(3x^2-7x-2+7)e^x=e^x(6x-7+3x^2-7x+5)$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$f'(x)=e^x(3x^2-x-2)=e^x(3x^2-3x+2x-2)=e^x(3x+2)(x-1)$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$\left(-\frac23,1\right)$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$+\to-$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$-\to+$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Second-derivative test: at a root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Second-derivative test: at a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$f'=e^xq$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$f''(x_0)=e^{x_0}q'(x_0)$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local maximum.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 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$q(x)=3x^2-x-2$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$f''(x)=e^x\left(q(x)+q'(x)\right)$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$e^{x}q'(x)$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$q'(x)=6x-1$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$f''(1)=e\cdot5&gt;0$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$f''\left(-\frac23\right)=e^{-2/3}(-4-1)=-5e^{-2/3}&lt;0$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local maximum.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exponential never changes a sign, so only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term vanishes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$f=e^{x}p(x)$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$f'=e^{x}(p+p')$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exponential never changes a sign, so only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$f'=e^{x}q$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$f''(x_0)=e^{x_0}q'(x_0)$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term vanishes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$f'=k(x-r_1)(x-r_2)$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$q(1)=3-1-2=0$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$q\left(-\frac23\right)=\frac43+\frac23-2=0$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largest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largest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Application of derivatives: maximum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$B(-\alpha,0)$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$D(\alpha,\alpha^2-1)$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$2\alpha(1-\alpha^2)$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$D(\alpha,\alpha^2-1)$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$AD=1-\alpha^2$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$S=(AB)(AD)=2\alpha(1-\alpha^2)=2\alpha-2\alpha^3$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$\frac{dS}{d\alpha}=2-6\alpha^2=0$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$\frac{d^2S}{d\alpha^2}=-12\alpha&lt;0$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$S_{\max}=2\alpha-2\alpha^3=\frac{2}{\sqrt3}-\frac{2}{3\sqrt3}=\frac{4}{3\sqrt3}$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weights so that the sum of the three factors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$S^2=4u(1-u)^2$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weights so that the sum of the three factors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$S=2\alpha(1-\alpha^2)$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$S^2=4\alpha^2(1-\alpha^2)^2=4u(1-u)^2$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$u=\alpha^2\in(0,1)$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$u(1-u)^2=\frac12(2u)(1-u)(1-u)$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$2u+(1-u)+(1-u)=2$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$(2u)(1-u)(1-u)\le\left(\frac23\right)^3=\frac{8}{27}$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$2u=1-u$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$S^2\le4\cdot\frac12\cdot\frac{8}{27}=\frac{16}{27}$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$S_{\max}=\frac{4}{3\sqrt3}$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$\frac{4}{3\sqrt3}$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rectangle with base on the axis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half-width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depth,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height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any parabolic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with weights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maximum without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symmetry to reduce a two-variable rectangle problem to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0.7698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rectangle with base on the axis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half-width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depth,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$\frac{4}{3\sqrt3}\approx0.770$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height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any parabolic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$u(1-u)^2$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with weights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$2u,\,1-u,\,1-u$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maximum without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symmetry to reduce a two-variable rectangle problem to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$S=2(0.5774)(1-\frac13)=0.7698=\frac{4}{3\sqrt3}$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ordinate of the point which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$P(t,t^3)$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ordinate of the point which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$-2t^3$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curve, Section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slope of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 of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slope of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$Q=(-2t,-8t^3)$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$Q(\alpha,\alpha^3)$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$\frac{t^3-\alpha^3}{t-\alpha}$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$3t^2=\frac{t^3-\alpha^3}{t-\alpha}=t^2+t\alpha+\alpha^2$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$\alpha^2+t\alpha-2t^2=0$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$(\alpha-t)(\alpha+2t)=0$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$Q=(-2t,-8t^3)$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$y_R=\frac{1\cdot y_Q+2\cdot y_P}{1+2}$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$y_R=\frac{1\cdot(-8t^3)+2\cdot t^3}{3}=\frac{-6t^3}{3}=-2t^3$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$-2t^3$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tangent line,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𝑙𝑖𝑛𝑒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abscissa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the tangent's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tangent line,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$x^3-(\text{line})$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$(x-t)^2(x+2t)$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abscissa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the tangent's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curve: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double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contact; the other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$y=3t^2x-2t^3$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$x^3-3t^2x+2t^3=0$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$(x-t)^2(x+2t)=0$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contact; the other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tangent,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Abscissa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$\frac{1\cdot(-2t)+2\cdot t}{3}=0$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tangent,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$y_R=3t^2(0)-2t^3=-2t^3$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$-2t^3$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meets a cubic again at one more point: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counted twice).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the ordinate dividing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dividing the tangent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meets a cubic again at one more point: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$y=x^3+px^2+qx+r$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$x=-p-2t$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counted twice).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the ordinate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$\frac{my_2+ny_1}{m+n}$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dividing the tangent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$(0,-2t^3)$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depending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depending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$\frac{f(1)-f(c)}{1-c}=f'(c)$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$|f(c)-f(1)|&lt;|f'(c)|$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$|f(c)-f(1)|&lt;(1-c)|f'(c)|$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$|f(c)+f(1)|&lt;(1+c)|f'(c)|$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7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value theorem (existence of a point)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claim 'for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tested on the simplest members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claim 'for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tested on the simplest members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constant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an option true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single counterexample kills an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(constant), which belongs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(C), (D) fail for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constant function (A)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true, so (A) needs a different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an option true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single counterexample kills an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(constant), which belongs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$f(c)-f(1)=0$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$|2k|&lt;0$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(C), (D) fail for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constant function (A)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true, so (A) needs a different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option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printed key (C) is incorrect (answer: none of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$\frac{1-c^2}{1-c}=2c$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$1-c^2&lt;2c(1-c)$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$1+c&lt;2c$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option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printed key (C) is incorrect (answer: none of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None of (A)-(D) holds for every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printed key says (C))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None of (A)-(D) holds for every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(the printed key says (C))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'for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class' try the extreme members first: a constant, a linear function,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function not differentiable at an endpoint such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inequality involving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fails for a constant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LMVT gives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moving one 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(A)) is not guaranteed, because Rolle's theorem needs the auxiliary function to be differentiable at both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'for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class' try the extreme members first: a constant, a linear function,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function not differentiable at an endpoint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inequality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$|f'(c)|$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fails for a constant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LMVT gives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$\frac{f(b)-f(a)}{b-a}=f'(c)$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moving one 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(A)) is not guaranteed, because Rolle's theorem needs the auxiliary function to be differentiable at both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$\frac{f(1)-f(c)}{1-c}=1+c$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$c=1\notin(0,1)$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$y\sqrt{1-x^2}=k-x\sqrt{1-y^2}$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$y\left(\frac12\right)=-\frac14$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$-\frac{\sqrt5}{2}$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relation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$\sin(\sin^{-1}x+\sin^{-1}y)=k$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$\sin^{-1}x+\sin^{-1}y$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are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are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$y\sqrt{1-x^2}=k-x\sqrt{1-y^2}$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$\sqrt{1-x^2}\,\frac{dy}{dx}-\frac{xy}{\sqrt{1-x^2}}=-\sqrt{1-y^2}+\frac{xy}{\sqrt{1-y^2}}\frac{dy}{dx}$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$\sqrt{1-y^2}=\frac{\sqrt{15}}{4}$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$=\frac{\sqrt3}{2}y'+\frac{1}{4\sqrt3}$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$=-\frac{\sqrt{15}}{4}-\frac{y'}{2\sqrt{15}}$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$y'\left(\frac{\sqrt3}{2}+\frac{1}{2\sqrt{15}}\right)=-\frac{\sqrt{15}}{4}-\frac{1}{4\sqrt3}$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$y'(6\sqrt5+2)=-(15+\sqrt5)=-\sqrt5(3\sqrt5+1)$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$6\sqrt5+2=2(3\sqrt5+1)$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relation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relation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$\sin(A+B)=k$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$\frac{dy}{dx}=-\frac{\sqrt{1-y^2}}{\sqrt{1-x^2}}$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the given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B\cos A+\sin A\cos B=k$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$\sin(A+B)=k$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the given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$\sin^{-1}x+\sin^{-1}y=\text{const}$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$\frac{1}{\sqrt{1-x^2}}+\frac{1}{\sqrt{1-y^2}}\frac{dy}{dx}=0$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$\frac{dy}{dx}=-\frac{\sqrt{1-y^2}}{\sqrt{1-x^2}}=-\frac{\sqrt{15}/4}{\sqrt3/2}=-\frac{\sqrt5}{2}$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result).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pattern: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a finite-difference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$y\sqrt{1-x^2}+x\sqrt{1-y^2}=k$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$\sin^{-1}x+\sin^{-1}y=$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$y'=-\frac{\sqrt{1-y^2}}{\sqrt{1-x^2}}$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$xy-\sqrt{(1-x^2)(1-y^2)}=k$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$y'=-\frac{\sqrt{1-y^2}}{\sqrt{1-x^2}}$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result).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$x\sqrt{1+y}+y\sqrt{1+x}=0$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$y'=-\frac{1}{(1+x)^2}$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Numerical check: a finite-difference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$-1.1180=-\frac{\sqrt5}{2}$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ladder leans against a vertical wall. If the top of the ladder begins to slide down the wall at the 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cm/sec., then the rate (in cm/sec.) at which the bottom of the ladder slides away from the wall on the horizontal ground when the top of the ladder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above the ground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ladder leans against a vertical wall. If the top of the ladder begins to slide down the wall at the 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cm/sec., then the rate (in cm/sec.) at which the bottom of the ladder slides away from the wall on the horizontal ground when the top of the ladder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above the ground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154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Rate of change of quantities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time: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$x^2+y^2=L^2$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time: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$x\dot x+y\dot 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$\dot y=-25$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from the wall and the top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high: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(cm/s, the top is moving down) at the instant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from the wall and the top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high: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(cm/s, the top is moving down) at the instant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$2x\frac{dx}{dt}+2y\frac{dy}{dt}=0$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$x\frac{dx}{dt}+y\frac{dy}{dt}=0$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$\sqrt3\,\frac{dx}{dt}+1\cdot(-25)=0$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$\frac{dx}{dt}=\frac{25}{\sqrt3}$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ground: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ground: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ladder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ground: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ladder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ground: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 second, with the units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$\frac{dy}{dt}=2\cos\theta\,\dot\theta=-25$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$\sqrt3\,\dot\theta=-25$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$\dot\theta=-\frac{25}{\sqrt3}$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 second, with the units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$\frac{dx}{dt}=-2\sin\theta\,\dot\theta=-1\cdot\left(-\frac{25}{\sqrt3}\right)=\frac{25}{\sqrt3}$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Sliding ladder: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with the ground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speeds are equal in size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(ladder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speed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model, so the model breaks down near the ground.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Sliding ladder: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x=-\frac{y}{x}\dot y=-\dot y\tan\theta$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with the ground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speeds are equal in size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(ladder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speed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model, so the model breaks down near the ground.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x=25\cdot\frac1{\sqrt3}$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$\frac{y}{x}=\frac{1}{\sqrt3}\approx0.577$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$\left[-1,-\frac12\right]\cup\left[\frac12,\infty\right)$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$\left[0,\frac12\right]\cup[1,\infty)$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$\left[-\frac12,0\right]\cup[1,\infty)$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same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$h'=(2x-1)\left(e^{x^2-x}-1\right)$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$e^u-1$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same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$h(x)=f(g(x))=e^{x^2-x}-(x^2-x)$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$h'(x)=e^{x^2-x}(2x-1)-(2x-1)$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the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non-negative: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non-positive: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$h'(x)=(2x-1)\left[e^{x^2-x}-1\right]$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$B=e^{x^2-x}-1$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$B\ge0\iff x^2-x\ge0\iff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$A\ge0\iff 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non-negative: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non-positive: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$x\in\left[0,\frac12\right]\cup[1,\infty)$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$\left[0,\frac12\right]\cup[1,\infty)$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Composition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 the same way,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Composition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 the same way,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increasing) 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$f'(u)=e^u-1$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increasing) 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$\left[0,\frac12\right]\cup[1,\infty)$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sign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where the two factors have the same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Include the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is still increasing across them, so the intervals are closed.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$e^{u}-1$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sign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$\frac{d}{dx}\left(e^{g}-g\right)=g'(e^{g}-1)$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$h'=f'(g)\,g'$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where the two factors have the same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Include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$0,\frac12,1$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is still increasing across them, so the intervals are closed.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$y(x)=(1+x)(1+x^2)(1+x^4)(1+x^8)(1+x^{16})$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geometric series,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telescopes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easy to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telescopes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$(1-x)y=1-x^{32}$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easy to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$y=(1+x)(1+x^2)(1+x^4)(1+x^8)(1+x^{16})$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$y=\frac{(1-x)(1+x)(1+x^2)(1+x^4)(1+x^8)(1+x^{16})}{1-x}$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$y=\frac{1-x^{32}}{1-x}$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$(1-x)y=1-x^{32}$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$(1-x)y'-y=-32x^{31}$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$(1-x)y''-y'-y'=-32\cdot31x^{30}$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$(1-x)y''-2y'=-32\cdot31\,x^{30}$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$2y''-2y'=-32\cdot31=-992$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(binary expansion), so differentiate the polynomial term by term and use an alternating sum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$1+x+x^2+\dots+x^{31}$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(binary expansion), so differentiate the polynomial term by term and use an alternating sum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binary form,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k\le31$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binary form,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$y=\sum_{k=0}^{31}x^k$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$y'-y''=\sum_{k}\left[kx^{k-1}-k(k-1)x^{k-2}\right]$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$k(-1)^{k-1}-k(k-1)(-1)^k=-(-1)^k\left[k+k(k-1)\right]=(-1)^{k+1}k^2$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$y'-y''=\sum_{k=1}^{31}(-1)^{k+1}k^2=1-4+9-16+\dots+31^2$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$(2m+1)^2-(2m)^2=4m+1$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$m=1,\dots,15$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$=1+\sum_{m=1}^{15}(4m+1)=1+4\cdot120+15=496$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once, by binary expansion).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product is awkward to differentiate, find an equation it satisfies,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differentiate that implicitly;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differentiation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$(1+x)(1+x^2)(1+x^4)\cdots(1+x^{2^{n-1}})=\frac{1-x^{2^n}}{1-x}=1+x+\dots+x^{2^n-1}$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$0,\dots,2^n-1$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once, by binary expansion).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product is awkward to differentiate, find an equation it satisfies,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$(1-x)y=1-x^{32}$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differentiate that implicitly;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differentiation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$(1-x)y^{(m)}-my^{(m-1)}=-\frac{32!}{(32-m)!}x^{32-m}$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$\sum_{k=1}^{n}(-1)^{k+1}k^2=(-1)^{n+1}\frac{n(n+1)}{2}$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$1-4+9=6=\frac{3\cdot4}{2}$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$\frac{31\cdot32}{2}=496$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176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176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$f(x)=x\cos^{-1}(-\sin|x|)$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$f'(0)=-\frac\pi2$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functions, Monotonicity and differentiability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$\cos^{-1}(-t)=\frac\pi2+\sin^{-1}t$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$\sin^{-1}(\sin|x|)=|x|$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$f=x\left(\frac\pi2+|x|\right)$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$\cos^{-1}(-t)=\frac\pi2+\sin^{-1}t$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$f(x)=x\left(\frac\pi2-\sin^{-1}(-\sin|x|)\right)=x\left(\frac\pi2+\sin^{-1}(\sin|x|)\right)$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give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and (C)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$\sin^{-1}(\sin|x|)=|x|$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$f(x)=x\left(\frac\pi2+|x|\right)$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$f(x)=\frac{\pi x}{2}+x^2$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$f(x)=\frac{\pi x}{2}-x^2$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$f'(x)=\frac\pi2+2x$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$f'(x)=\frac\pi2-2x$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pieces give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and (C)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by the 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its shape.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by the product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$f'(x)=\cos^{-1}(-\sin|x|)+|x|$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its shape.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$\frac{d}{dx}\cos^{-1}(-\sin|x|)=\frac{\cos|x|\,\mathrm{sgn}(x)}{\sqrt{1-\sin^2x}}=\mathrm{sgn}(x)$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$f'(x)=\cos^{-1}(-\sin|x|)+x\,\mathrm{sgn}(x)=\cos^{-1}(-\sin|x|)+|x|$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$\frac{f(h)}{h}=\cos^{-1}(-\sin|h|)\to\cos^{-1}0=\frac\pi2$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V-shape with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$\cos^{-1}(-\sin|x|)=\frac\pi2+|x|$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$f'(x)=\frac\pi2+2|x|$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V-shape with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range, so no reduction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has no second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$\cos^{-1}(-t)=\pi-\cos^{-1}t=\frac\pi2+\sin^{-1}t$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range, so no reduction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$f=\frac{\pi}{2}x+x|x|$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has no second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$f(x)=\frac{\pi x}{2}+x|x|$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$f'(x)=\frac\pi2+2|x|$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$f(\theta)=3\left(\sin^4\left(\frac{3\pi}{2}-\theta\right)+\sin^4(3\pi+\theta)\right)-2\left(1-\sin^22\theta\right)$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$S=\left\{\theta\in[0,\pi]:f'(\theta)=-\frac{\sqrt3}{2}\right\}$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$4\beta=\sum_{\theta\in S}\theta$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equations, Derivative of a trigonometric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$\frac54-\frac14\cos4\theta$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$f'=\sin4\theta$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$\sin4\theta=-\frac{\sqrt3}2$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$\sin^4\left(\frac{3\pi}{2}-\theta\right)=\cos^4\theta$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$\sin^4(3\pi+\theta)=\sin^4\theta$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$f(\theta)=3(\cos^4\theta+\sin^4\theta)-2\cos^22\theta$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$\cos^4\theta+\sin^4\theta=1-\frac12\sin^22\theta$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$f(\theta)=3\left(1-\frac12\sin^22\theta\right)-2\cos^22\theta$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$f(\theta)=3-\frac32\sin^22\theta-2\cos^22\theta=\frac32-\frac12\cos^22\theta$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$f(\theta)=\frac32-\frac12\cdot\frac{1+\cos4\theta}{2}=\frac54-\frac{\cos4\theta}{4}$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$f'(\theta)=\sin4\theta$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$f'(\theta)=-\frac{\sqrt3}{2}$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$\sin4\theta=-\frac{\sqrt3}{2}$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$\sin4\theta=-\frac{\sqrt3}2$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$4\theta=\frac{4\pi}3,\frac{5\pi}3,\frac{10\pi}3,\frac{11\pi}3$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$\theta=\frac\pi3,\frac{5\pi}{12},\frac{5\pi}6,\frac{11\pi}{12}$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$\sum\theta=\frac{4+5+10+11}{12}\pi=\frac{5\pi}2$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$4\beta=\frac{5\pi}2$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$\beta=\frac{5\pi}8$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$f(\beta)=\frac54-\frac{\cos\frac{5\pi}{2}}4=\frac54-0=\frac54$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listing roots: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listing roots: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$\sin4\theta=c$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$4\theta_1+4\theta_2=\pi+\dots$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x=\sin(\pi-x)$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sum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the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in each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each pair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$f(\theta)=\frac54-\frac{\cos4\theta}4$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$\sin4\theta=-\frac{\sqrt3}2$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$\varphi=4\theta\in[0,4\pi]$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in each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$[2\pi m,2\pi(m+1)]$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$\varphi=\frac{3\pi}2+2\pi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each pair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$3\pi+4\pi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$\varphi_1+\varphi_2=3\pi$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$\frac{4\pi}3+\frac{5\pi}3$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$[2\pi,4\pi]$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$\varphi_3+\varphi_4=7\pi$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$\frac{10\pi}3+\frac{11\pi}3$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$\sum\varphi=10\pi$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$\sum\theta=\frac{10\pi}4=\frac{5\pi}2$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$\beta=\frac{5\pi}8$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$\cos4\beta=\cos\frac{5\pi}2=0$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remove signs and shifts by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period pair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sums of roots can be written without finding every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$\sin^4\theta+\cos^4\theta=1-\frac12\sin^22\theta=\frac34+\frac14\cos4\theta$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$\frac14+\frac14=\frac12$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$\frac34-\frac14=\frac12$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remove signs and shifts by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$\sin^4(3\pi+\theta)=\sin^4\theta$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$\sin^4\left(\frac{3\pi}2-\theta\right)=\cos^4\theta$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$\varphi=n\pi+(-1)^n\sin^{-1}s$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$\sin^{-1}\left(-\frac{\sqrt3}2\right)=-\frac\pi3$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period pair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sums of roots can be written without finding every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$f'(3)+f'(2)=0$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$\lim_{x\to0}\left(\frac{1+f(3+x)-f(3)}{1+f(2-x)-f(2)}\right)^{1/x}$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as a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as a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built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definition of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$e^{L}$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$L=\lim\frac{u-1}{x}$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built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definition of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$\frac{1+0}{1+0}=1$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$I=e^{I_1}$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$I_1=\lim_{x\to0}\left(\frac{1+f(3+x)-f(3)}{1+f(2-x)-f(2)}-1\right)\frac1x$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$I_1=\lim_{x\to0}\frac{f(3+x)-f(3)-f(2-x)+f(2)}{x\,[1+f(2-x)-f(2)]}$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$I_1=\lim_{x\to0}\left[\frac{f(3+x)-f(3)}{x}+\frac{f(2)-f(2-x)}{x}\right]\cdot\lim_{x\to0}\frac{1}{1+f(2-x)-f(2)}$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the derivative the bracket tends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the derivative the bracket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$f'(3)+f'(2)$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$\frac{f(2-x)-f(2)}{-x}\to 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$1+f(2-x)-f(2)\to1$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$I_1=f'(3)+f'(2)=0$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and use the first-order expansion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and use the first-order expansion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$f(a+h)=f(a)+f'(a)h+o(h)$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$\ln(1+u)\sim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$u=f(3+x)-f(3)=f'(3)x+o(x)$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$v=f(2-x)-f(2)=-f'(2)x+o(x)$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I=\lim\frac1x\left[\ln(1+u)-\ln(1+v)\right]$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$\ln(1+t)=t+o(t)$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$\ln(1+u)-\ln(1+v)=u-v+o(x)=\left(f'(3)+f'(2)\right)x+o(x)$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I=f'(3)+f'(2)=0$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in the exponent exists).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merely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L'Hopital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expression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u^{v}=e^{\lim(u-1)v}$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in the exponent exists).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merely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$f(a+h)=f(a)+f'(a)h+o(h)$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L'Hopital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L'Hopital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f'(a+x)=f'(a)$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$\left(\frac{1+\alpha x+o(x)}{1+\beta x+o(x)}\right)^{1/x}\to e^{\alpha-\beta}$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$\alpha=f'(3)$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$e^{f'(3)+f'(2)}$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$f(x)=(x-2.5)^2$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expression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minimum value,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minimum value,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$f(x)=|x^2-x+1|+[x^2-x+1]$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Maxima and minima (absolute minimum)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smallest at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$g=x^2-x+1\ge\frac34&gt;0$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$|g|=g$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smallest at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non-decreasing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$f(x)=|x^2-x+1|+[x^2-x+1]$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$g(x)=\left(x-\frac12\right)^2+\frac34\ge\frac34&gt;0$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non-decreasing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both are smallest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both are smallest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$f=\frac34+0=\frac34$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Lower-bound directly: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equality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Lower-bound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$[g]\ge0$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 g\ge\frac34$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equality is attained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$g=x^2-x+1\ge\frac34&gt;0$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$f=g+[g]\ge g\ge\frac34$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$x=\frac12\in[-1,2]$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non-decreasing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definite quadratic), so the modulus can be dropped.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non-decreasing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definite quadratic), so the modulus can be dropped.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$g(-1)=g(2)=3$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$f(\frac12)=0.75$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$g:S\to\mathbb{R}$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$g(x)=\log_ef(x)$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$|g''(5)-g''(1)|$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$\frac{197}{144}$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$\frac{187}{144}$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equation, Higher-order derivatives of a logarithmic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twice: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$f(x+1)=xf(x)$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twice: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$g''(x+1)-g''(x)=-\frac{1}{x^2}$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f(x+1)=\ln x+\ln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$g(x+1)=\ln x+g(x)$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$g(x+1)-g(x)=\ln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$g'(x+1)-g'(x)=\frac1x$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$g''(x+1)-g''(x)=-\frac1{x^2}$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(telescoping):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$g''(5)-g''(4)=-\frac1{16}$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$g''(4)-g''(3)=-\frac19$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$g''(3)-g''(2)=-\frac14$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$g''(2)-g''(1)=-1$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(telescoping):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$g''(5)-g''(1)=-\left(1+\frac14+\frac19+\frac1{16}\right)$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$1+\frac14+\frac19+\frac1{16}=\frac{144+36+16+9}{144}=\frac{205}{144}$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$|g''(5)-g''(1)|=\frac{205}{144}$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$\frac{205}{144}$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Iterate the functional equation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Iterate the functional equation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$f(x+4)=x(x+1)(x+2)(x+3)f(x)$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f(x+4)$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four times: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four times: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$f(x+4)=x(x+1)(x+2)(x+3)\,f(x)$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$g(x+4)=g(x)+\ln x+\ln(x+1)+\ln(x+2)+\ln(x+3)$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twice: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modulus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$g''(x+4)-g''(x)=-\left[\frac1{x^2}+\frac1{(x+1)^2}+\frac1{(x+2)^2}+\frac1{(x+3)^2}\right]$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$g''(5)-g''(1)=-\left(1+\frac14+\frac19+\frac1{16}\right)=-\frac{205}{144}$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modulus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$\frac{205}{144}$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Gamma-type relation):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0.2213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1.4236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$f(x+1)=xf(x)$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Gamma-type relation):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$g=\ln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$g''(x+n)-g''(x)=-\sum_{k=0}^{n-1}\frac{1}{(x+k)^2}$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$g''(n+1)-g''(1)=-\sum_{k=1}^{n}\frac1{k^2}$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$g''(1)=\frac{\pi^2}{6}$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$g''(5)=\frac{\pi^2}6-\frac{205}{144}\approx0.2213$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$\psi_1(5)\approx\frac15+\frac1{50}+\frac1{750}$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$1+\frac14+\frac19+\frac1{16}=1.4236=\frac{205}{144}$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root of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$f(x)=x^3-3(a-2)x^2+3ax+7$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$\frac{f(x)-14}{(x-1)^2}=0\ (x\ne1)$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cubic function, Factorisation of polynomials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from increasing to decreasing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from increasing to decreasing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$f(x)=x^3-3(a-2)x^2+3ax+7$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$f'(x)=3x^2-6(a-2)x+3a$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$3-6(a-2)+3a=0$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$3-6a+12+3a=0$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$15-3a=0$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the data.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$f(x)=x^3-9x^2+15x+7$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$f'(x)=3(x-1)(x-5)$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 with the data.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$\frac{f(x)-14}{(x-1)^2}=\frac{x^3-9x^2+15x-7}{(x-1)^2}$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$x^3-9x^2+15x-7=(x-1)^2(x-7)$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root comes from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root comes from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its 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three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$f(1)=1-9+15+7=14$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its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$f(x)-14=(x-1)^2(x-r)$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three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$=1+1+r=3(a-2)=9$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$\frac{f(x)-14}{(x-1)^2}=x-7$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increasing to decreasing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local maximum); this fixes unknown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remaining factor follows from the sum or product of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from increasing to decreasing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local maximum); this fixes unknown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remaining factor follows from the sum or product of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$-p=3(a-2)=9$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$(x-1)^2(x-7)=x^3-9x^2+15x-7$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exactly one maxima and exactly one minima,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$f(x)=(1-\cos^2x)(\lambda+\sin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exactly one maxima and exactly one minima,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$\left(-\frac32,\frac32\right)$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$\left(-\frac12,\frac12\right)$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$\left(-\frac12,\frac12\right)-\{0\}$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$\left(-\frac32,\frac32\right)-\{0\}$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and minima (number of extrema), Range of the sine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sign-changing zeros,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 needed in the open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$f'=\sin x\cos x\,(2\lambda+3\sin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sign-changing zeros,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x=-\frac{2\lambda}3$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 needed in the open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$f(x)=\sin^2x\,(\lambda+\sin x)=\lambda\sin^2x+\sin^3x$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$f'(x)=2\lambda\sin x\cos x+3\sin^2x\cos x=\lambda\sin2x+\frac32\sin x\sin2x$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 critical point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differ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$f'(x)=\sin2x\left(\lambda+\frac32\sin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x=-\frac{2\lambda}3$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 critical point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$-\frac{2\lambda}3\in(-1,1)$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$-2\lambda\in(-3,3)$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differ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x=-\frac{2\lambda}3\ne0$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two distinct critical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one maximum and one minimum.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$\lambda\in\left(-\frac32,\frac32\right)\setminus\{0\}$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two distinct critical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one maximum and one minimum.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$|\lambda|\ge\frac32$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critical.)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$\lambda\in\left(-\frac32,\frac32\right)-\{0\}$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$\left(-\frac32,\frac32\right)-\{0\}$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(strictly increasing on the interval): extrema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correspond to extrema of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(strictly increasing on the interval): extrema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correspond to extrema of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$p(t)=\lambda t^2+t^3$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increasingly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number and type of extrema.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has one maximum and one minimum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(simple) roots; both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increasingly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$p(t)=\lambda t^2+t^3$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number and type of extrema.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$p'(t)=2\lambda t+3t^2=t(2\lambda+3t)$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$t=-\frac{2\lambda}3$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has one maximum and one minimum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(simple) roots; both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Inside: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$-\frac{2\lambda}3\ne0$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$\left|\frac{2\lambda}3\right|&lt;1$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$|\lambda|&lt;\frac32$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$\lambda\in\left(-\frac32,\frac32\right)-\{0\}$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$\left(-\frac32,\frac32\right)-\{0\}$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substitution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preserves extrema,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-polynomials reduce to ordinary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 and a local min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real roots; a double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an inflection,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open interval give no interior extremum; end points are excluded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numerical sign scan found exactly 2 turning points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1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0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substitution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preserves extrema,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-polynomials reduce to ordinary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 and a local min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real roots; a double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an inflection,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open interval give no interior extremum; end points are excluded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$p=t^2+t^3$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numerical sign scan found exactly 2 turning points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$\lambda=\pm1,\pm0.1$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1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$|\lambda|\ge1.5$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0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02_01) Question bank · detailed solutions (printed Q1–Q20)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