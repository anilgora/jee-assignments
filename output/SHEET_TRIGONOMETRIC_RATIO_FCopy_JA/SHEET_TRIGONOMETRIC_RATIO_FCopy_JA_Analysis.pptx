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4.0</c:v>
                </c:pt>
                <c:pt idx="7">
                  <c:v>4.0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step 'f(x) = 5 sin(pi y) + 2 sin^3(pi y) = sin(pi y)(5 + 2 sin^2(pi y))' has a sign error: (2+2s^2)s + 3s - 4s^3 = 5s - 2s^3, so f = sin(pi y)(5 - 2 sin^2(pi y)). The second factor is still positive (&gt;=3), so the sign analysis and the answer 1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sqrt((1+sin x)^2) and then sqrt((1+sqrt(11)/6)^2) before jumping to sqrt((12+2 sqrt 11)/12). The radicand should be 1+sin x (not squared): (cos(x/2)+sin(x/2))^2 = 1 + sin x. Only the typo is fixed; the answer (B)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'alpha = cot 60 / sin 10' (the denominator is printed as sin 10 degrees) and says 'RHS (cosec 1 / cot60 sin 1)^2 = 3' without explaining the cancellation. The correct denominator is sin 1 degree; the cancellation steps (cot(180-t) = -cot t, only cot 60 survives) were written out. Answer 3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Trigonometric Ratios (Exercise J-A)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TRIGONOMETRIC RATIO · Exercise J-A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one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$-\frac{\pi}{6}&lt;\theta&lt;-\frac{\pi}{12}$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$x^2-2x\sec\theta+1=0$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$x^2+2x\tan\theta-1=0$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$\alpha_1&gt;\beta_1$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$\alpha_2&gt;\beta_2$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$\alpha_1+\beta_2$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$2(\sec\theta-\tan\theta)$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a quadratic equation, Signs and ordering of trigonometric ratios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quadratics factorise with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 which root is larger.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quadratics factorise with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$\sec\theta\pm\tan\theta$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 which root is larger.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$x^2-2x\sec\theta+1=0$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$\sec\theta+\tan\theta$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$\sec^2\theta-\tan^2\theta=1$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$-\frac{\pi}{6}&lt;\theta&lt;-\frac{\pi}{12}$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$\sec\theta+\tan\theta&lt;\sec\theta-\tan\theta$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$\alpha_1&gt;\beta_1$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$\alpha_1=\sec\theta-\tan\theta$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$\beta_1=\sec\theta+\tan\theta$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of these is larger. Given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$x^2+2x\tan\theta-1=0$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$-\tan\theta+\sec\theta$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$-\tan\theta-\sec\theta$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$\tan^2\theta-\sec^2\theta=-1$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of these is larger.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$\alpha_2&gt;\beta_2$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$\alpha_2=\sec\theta-\tan\theta$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$\beta_2=-\sec\theta-\tan\theta$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$\alpha_1+\beta_2=(\sec\theta-\tan\theta)+(-\sec\theta-\tan\theta)=-2\tan\theta$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$-2\tan\theta$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Vieta's sum together with the discriminant (difference of roots) instead of factorising.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$x^2-2x\sec\theta+1=0$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$\alpha_1+\beta_1=2\sec\theta$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$\alpha_1-\beta_1=\sqrt{4\sec^2\theta-4}=2|\tan\theta|=-2\tan\theta$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$\alpha_1&gt;\beta_1$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$2\alpha_1=2\sec\theta-2\tan\theta$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$\alpha_1=\sec\theta-\tan\theta$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$x^2+2x\tan\theta-1=0$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$\alpha_2+\beta_2=-2\tan\theta$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$\alpha_2-\beta_2=\sqrt{4\tan^2\theta+4}=2\sec\theta$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$2\beta_2=-2\tan\theta-2\sec\theta$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$\beta_2=-\tan\theta-\sec\theta$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$\alpha_1+\beta_2=\sec\theta-\tan\theta-\tan\theta-\sec\theta=-2\tan\theta$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$-2\tan\theta$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a single admissible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a single admissible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1.0824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equation: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1.4966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0.6682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1.4966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equation: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1.4966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0.6682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0.6682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$\left(-\frac{\pi}{6},-\frac{\pi}{12}\right)$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$\tan\theta=-0.4142$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$\sec\theta=1.0824$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equation: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$\sec\theta\mp\tan\theta=1.4966,\ 0.6682$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$\alpha_1=1.4966$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equation: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$\sec\theta-\tan\theta=1.4966$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$-\sec\theta-\tan\theta=-0.6682$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$\beta_2=-0.6682$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0.8284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options give: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2.993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0.8284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(C) matches, so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$\alpha_1+\beta_2=0.8284$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options give: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$2.993$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$2.165$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$-2\tan\theta=0.8284$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(C) matches, so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$-2\tan\theta$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reciprocals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square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fix the sign from the quadrant before ordering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$\sec\theta\pm\tan\theta$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reciprocals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$\sec^2\theta-\tan^2\theta=1$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$x^2-2x\sec\theta+1=0$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$\sec\theta\pm\tan\theta$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$x^2+2x\tan\theta-1=0$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$-\tan\theta\pm\sec\theta$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$x^2-2px+1=0$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$p\pm\sqrt{p^2-1}$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square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$|\tan\theta|$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fix the sign from the quadrant before ordering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$\alpha-\beta=\frac{\sqrt{b^2-4ac}}{|a|}$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$\alpha_1-\beta_1=-2\tan\theta$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$\alpha_2-\beta_2=2\sec\theta$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$\sum_{k=1}^{13}\frac{1}{\sin\left(\frac{\pi}{4}+\frac{(k-1)\pi}{6}\right)\sin\left(\frac{\pi}{4}+\frac{k\pi}{6}\right)}$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$2\left(3-\sqrt{3}\right)$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$2\left(\sqrt{3}-1\right)$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$2\left(2+\sqrt{3}\right)$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814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Telescoping sum, Cotangent difference identity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814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Telescoping sum, Cotangent difference identity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 A\sin B}$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$\frac{1}{\sin A\sin B}=\frac{\cot A-\cot B}{\sin(B-A)}$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$B-A=\frac{\pi}{6}$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term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 A\sin B}=\frac{\sin(B-A)}{\sin(B-A)\sin A\sin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$A=\frac{\pi}{4}+\frac{(k-1)\pi}{6}$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$B=\frac{\pi}{4}+\frac{k\pi}{6}$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$\frac{\sin(B-A)}{\sin A\sin B}=\cot A-\cot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$\sin\frac{\pi}{6}=\frac12$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term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$2\left(\cot A-\cot 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$2\sum_{k=1}^{13}\left[\cot\left(\frac{\pi}{4}+\frac{(k-1)\pi}{6}\right)-\cot\left(\frac{\pi}{4}+\frac{k\pi}{6}\right)\right]$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telescopes: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$2\left[\cot\frac{\pi}{4}-\cot\left(\frac{\pi}{4}+\frac{13\pi}{6}\right)\right]=2\left[1-\cot\frac{29\pi}{12}\right]$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$\frac{29\pi}{12}=2\pi+\frac{5\pi}{12}$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$\cot\frac{29\pi}{12}=\cot\frac{5\pi}{12}=2-\sqrt3$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$2\left(1-(2-\sqrt3)\right)=2\left(-1+\sqrt3\right)=2\left(\sqrt3-1\right)$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$2\left(\sqrt{3}-1\right)$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step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angles repeat every 12 terms: the first 12 terms cancel completely and only the 13th term remains.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step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angles repeat every 12 terms: the first 12 terms cancel completely and only the 13th term remains.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whole sum equals the 13th term,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$T_k=\frac{1}{\sin A_k\sin A_{k+1}}$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$A_k=\frac{\pi}{4}+\frac{(k-1)\pi}{6}$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$T_k=2(\cot A_k-\cot A_{k+1})$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$A_{13}=A_1+2\pi$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$\sum_{k=1}^{12}T_k=2(\cot A_1-\cot A_{13})=2(\cot A_1-\cot A_1)=0$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whole sum equals the 13th term,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$T_{13}=\frac{1}{\sin A_{13}\sin A_{14}}$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$A_{13}=\frac{\pi}{4}+2\pi$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$A_{14}=\frac{\pi}{4}+\frac{\pi}{6}+2\pi$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$T_{13}=T_1=\frac{1}{\sin\frac{\pi}{4}\sin\frac{5\pi}{12}}$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$\sin\frac{\pi}{4}\sin\frac{5\pi}{12}=\frac{\sqrt2}{2}\cdot\frac{\sqrt6+\sqrt2}{4}=\frac{\sqrt3+1}{4}$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$\frac{4}{\sqrt3+1}=2(\sqrt3-1)$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$2\left(\sqrt{3}-1\right)$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telescope when consecutive angles differ by a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term).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 A\sin B}=\frac{\cot A-\cot B}{\sin(B-A)}$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$\frac{1}{\cos A\cos B}=\frac{\tan B-\tan A}{\sin(B-A)}$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telescope when consecutive angles differ by a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$\sum_{k=0}^{n-1}\frac{1}{\sin(a+kd)\sin(a+(k+1)d)}=\frac{\cot a-\cot(a+nd)}{\sin 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$a=\frac{\pi}{4},\ d=\frac{\pi}{6},\ 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$\frac{\cot\frac{\pi}{4}-\cot\frac{5\pi}{12}}{1/2}=2(\sqrt3-1)=\frac{1}{\sin\frac{\pi}{4}\sin\frac{5\pi}{12}}$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term).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telescoped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full period of consecutive-angle terms sums to zero, and only the leftover terms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Cotangent sums: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differences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differences (for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the two standard telescoping devices in trigonometric series.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telescoped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full period of consecutive-angle terms sums to zero, and only the leftover terms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Cotangent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differences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differences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$\frac{1}{\cos A\cos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the two standard telescoping devices in trigonometric series.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one or more options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non-zero real numbers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is/are true: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non-zero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$2(\cos\beta-\cos\alpha)+\cos\alpha\cos\beta=1$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is/are true: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$\tan\left(\frac{\alpha}{2}\right)+\sqrt3\tan\left(\frac{\beta}{2}\right)=0$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$\sqrt3\tan\left(\frac{\alpha}{2}\right)-\tan\left(\frac{\beta}{2}\right)=0$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$\tan\left(\frac{\alpha}{2}\right)-\sqrt3\tan\left(\frac{\beta}{2}\right)=0$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$\sqrt3\tan\left(\frac{\alpha}{2}\right)+\tan\left(\frac{\beta}{2}\right)=0$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Half-angle tangent formulae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$a=\tan^2\frac{\alpha}{2}$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$b=\tan^2\frac{\beta}{2}$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$\cos\alpha=\frac{1-a}{1+a}$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$\cos\beta=\frac{1-b}{1+b}$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$a=\tan^2\frac{\alpha}{2}$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$b=\tan^2\frac{\beta}{2}$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$\cos\alpha=\frac{1-a}{1+a}$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$\cos\beta=\frac{1-b}{1+b}$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$2\left(\frac{1-b}{1+b}-\frac{1-a}{1+a}\right)+\frac{1-a}{1+a}\cdot\frac{1-b}{1+b}=1$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$(1+a)(1+b)$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$2\left[(1-b)(1+a)-(1-a)(1+b)\right]+(1-a)(1-b)=(1+a)(1+b)$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$2\left(1+a-b-ab-1-b+a+ab\right)+1-a-b+ab=1+a+b+ab$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(C) and the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(A). Both signs occur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equation), while (B) and (D) would need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fails in general. Answer (A),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$4(a-b)=2(a+b)$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$2a-2b=a+b$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$\tan^2\frac{\alpha}{2}=3\tan^2\frac{\beta}{2}$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$\tan\frac{\alpha}{2}=\pm\sqrt3\tan\frac{\beta}{2}$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(C) and the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(A). Both signs occur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$\alpha\to-\alpha$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equation), while (B) and (D)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$\tan^2\frac{\beta}{2}=3\tan^2\frac{\alpha}{2}$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fails in general. Answer (A),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equation directly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form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equation directly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$\tan^2\frac{\alpha}{2}=\frac{1-\cos\alpha}{1+\cos\alpha}$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$d=\cos\beta$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$2d-2c+cd=1$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$c(d-2)=1-2d$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$c=\frac{1-2d}{d-2}$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$1-c=\frac{(d-2)-(1-2d)}{d-2}=\frac{3(d-1)}{d-2}$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$1+c=\frac{(d-2)+(1-2d)}{d-2}=\frac{-(d+1)}{d-2}$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$\tan^2\frac{\alpha}{2}=\frac{1-c}{1+c}=\frac{3(d-1)}{-(d+1)}=3\cdot\frac{1-d}{1+d}=3\tan^2\frac{\beta}{2}$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square roots,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statements (C) and (A) are the ones that hold for every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 true), 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true), while (B)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square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$\tan\frac{\alpha}{2}=\pm\sqrt3\tan\frac{\beta}{2}$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statements (C) and (A) are the ones that hold for every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$2(0+\frac12)+0=1$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$\tan60^\circ=\sqrt3=\sqrt3\tan45^\circ$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 true), 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true), while (B)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half-angle: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Mobius-type relation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terms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becomes the proportionality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half-angle: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$\tan^2\frac{\theta}{2}=\frac{1-\cos\theta}{1+\cos\theta}$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$2(\cos\beta-\cos\alpha)+\cos\alpha\cos\beta=1$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Mobius-type relation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becomes the proportionality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$\cos\alpha=-\frac12,\ \cos\beta=0$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$2\cdot\frac12+0=1$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involving only cosines is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resulting tangent relation must come with both signs (hence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(A) and (C)).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Degenerate solutions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all four options (both tangents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'is/are true' means true for every admissible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involving only cosines is symmetric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$\alpha\to-\alpha$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$\beta\to-\beta$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resulting tangent relation must come with both signs (hence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(A) and (C)).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Degenerate solutions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all four options (both tangents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'is/are true' means true for every admissible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a numerical value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$f:[0,2]\to\mathbb{R}$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$f(x)=(3-\sin(2\pi x))\sin\left(\pi x-\frac{\pi}{4}\right)-\sin\left(3\pi x+\frac{\pi}{4}\right)$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$\{x\in[0,2]:f(x)\ge0\}=[\alpha,\beta]$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Compound and multiple angle formulae; sign of a sine function on an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second factor is always positive.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$y=x-\frac14$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$f=\sin\pi y\,(5-2\sin^2\pi 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second factor is always positive.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prints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correct sign is minus.)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x-\frac{\pi}{4}=\pi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$x=y+\frac14$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$f(x)=\left(3-\sin\left(2\pi y+\frac{\pi}{2}\right)\right)\sin\pi y-\sin\left(3\pi y+\frac{3\pi}{4}+\frac{\pi}{4}\right)$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$\sin\left(2\pi y+\frac{\pi}{2}\right)=\cos2\pi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$\sin(3\pi y+\pi)=-\sin3\pi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$f=(3-\cos2\pi y)\sin\pi y+\sin3\pi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$\cos2\pi y=1-2\sin^2\pi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$\sin3\pi y=3\sin\pi y-4\sin^3\pi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$f=(2+2\sin^2\pi y)\sin\pi y+3\sin\pi y-4\sin^3\pi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$f=5\sin\pi y-2\sin^3\pi y=\sin\pi y\,(5-2\sin^2\pi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prints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$+2\sin^3$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$5+2\sin^2$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correct sign is minus.)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$5-2\sin^2\pi y\ge3&gt;0$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$f(x)\ge0\iff\sin\pi y\ge0\iff\sin\left(\pi x-\frac{\pi}{4}\right)\ge0$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x-\frac{\pi}{4}\in[2n\pi,(2n+1)\pi]$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x-\frac{\pi}{4}\in\left[-\frac{\pi}{4},\frac{7\pi}{4}\right]$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x-\frac{\pi}{4}\in[0,\pi]$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$x\in\left[\frac14,\frac54\right]$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$\beta-\alpha=\frac54-\frac14=1$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anti-periodicity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sets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equal length, so a single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have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anti-periodicity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$f(x+1)=-f(x)$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sets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equal length, so a single interval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$[\alpha,\beta]$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have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definition,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total length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definition,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$\sin2\pi(x+1)=\sin2\pi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$\sin\left(\pi(x+1)-\frac{\pi}{4}\right)=-\sin\left(\pi x-\frac{\pi}{4}\right)$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$\sin\left(3\pi(x+1)+\frac{\pi}{4}\right)=-\sin\left(3\pi x+\frac{\pi}{4}\right)$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$\{f&gt;0\}\cap[0,1]$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$\{f&lt;0\}\cap[1,2]$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$\{f&lt;0\}\cap[0,1]$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$\{f&gt;0\}\cap[1,2]$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$\{f&gt;0\}$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$\{f&lt;0\}$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total length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trigonometric polynomial, not identically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finitely many zeros and these two sets together have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therefore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finitely many points,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trigonometric polynomial, not identically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finitely many zeros and these two sets together have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therefore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$\{f\ge0\}=[\alpha,\beta]$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$\{f&gt;0\}$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finitely many points,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variable to the natural argument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mixed arguments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conversions: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variable to the natural argument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x-\frac{\pi}{4}$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mixed arguments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 x+\frac{\pi}{4}$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$\sin(2\pi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conversions: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$\sin3\theta=3\sin\theta-4\sin^3\theta$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$\cos2\theta=1-2\sin^2\theta$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$5-2=3=f$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$f=(3-\cos\pi)\cdot1+\sin\frac{3\pi}{2}=4-1=3$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anti-periodic with half-period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alternate in intervals of total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per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positive set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interval its length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Tip: a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has the same sign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analysing signs.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$g(x+T)=-g(x)$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anti-periodic with half-period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$\{g\ge0\}$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$\{g\le0\}$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alternate in intervals of total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per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positive set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interval its length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Tip: a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$h(x)\cdot 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has the same sign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$5-2\sin^2\ge3$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analysing signs.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integer less than or equal to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$-\frac{\pi}{4}&lt;\beta&lt;0&lt;\alpha&lt;\frac{\pi}{4}$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$\sin(\alpha+\beta)=\frac13$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$\cos(\alpha-\beta)=\frac23$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$\left(\frac{\sin\alpha}{\cos\beta}+\frac{\cos\beta}{\sin\alpha}+\frac{\cos\alpha}{\sin\beta}+\frac{\sin\beta}{\cos\alpha}\right)^2$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Compound angle formulae and transformation of sums and products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four terms in pairs: each pair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a double-angle 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four terms in pairs: each pair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$\cos(\alpha-\beta)$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a double-angle 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$\frac{\sin\alpha}{\cos\beta}+\frac{\cos\alpha}{\sin\beta}=\frac{\sin\alpha\sin\beta+\cos\alpha\cos\beta}{\sin\beta\cos\beta}=\frac{\cos(\alpha-\beta)}{\sin\beta\cos\beta}$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$\frac{\cos\beta}{\sin\alpha}+\frac{\sin\beta}{\cos\alpha}=\frac{\cos\beta\cos\alpha+\sin\beta\sin\alpha}{\sin\alpha\cos\alpha}=\frac{\cos(\alpha-\beta)}{\sin\alpha\cos\alpha}$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$\cos(\alpha-\beta)\left[\frac{2}{\sin2\beta}+\frac{2}{\sin2\alpha}\right]=\frac43\left[\frac{1}{\sin2\beta}+\frac{1}{\sin2\alpha}\right]$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its square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fraction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its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$\frac{16}{9}\left(\frac{\sin2\alpha+\sin2\beta}{\sin2\alpha\sin2\beta}\right)^2=\frac{16}{9}\left(\frac{2\sin(\alpha+\beta)\cos(\alpha-\beta)}{\sin2\alpha\sin2\beta}\right)^2$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$2\cdot\frac13\cdot\frac23=\frac49$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$\sin2\alpha\sin2\beta=\frac{\cos(2\alpha-2\beta)-\cos(2\alpha+2\beta)}{2}$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$\frac{8/9}{\cos(2\alpha-2\beta)-\cos(2\alpha+2\beta)}$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$\cos(2\alpha-2\beta)-\cos(2\alpha+2\beta)=\left[2\cos^2(\alpha-\beta)-1\right]-\left[1-2\sin^2(\alpha+\beta)\right]=\frac89-2+\frac29=-\frac89$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fraction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square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$\frac{8/9}{-8/9}=-1$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$\frac{16}{9}\cdot(-1)^2=\frac{16}{9}=1.78$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$\le\frac{16}{9}$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value (with its sign)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$u=\alpha+\beta$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$v=\alpha-\beta$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$\sin(u+v)\sin(u-v)=\sin^2u-\sin^2v$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value (with its sign)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before,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$2\alpha=u+v$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$2\beta=u-v$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v=\frac23$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before,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$S=2\cos v\cdot\frac{\sin2\alpha+\sin2\beta}{\sin2\alpha\sin2\beta}$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$\sin2\alpha+\sin2\beta=2\sin u\cos v=\frac49$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$\sin2\alpha\sin2\beta=\sin(u+v)\sin(u-v)=\sin^2u-\sin^2v=\frac19-\left(1-\frac49\right)=-\frac49$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floor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33.83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14.36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1.3333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$S=2\cdot\frac23\cdot\frac{4/9}{-4/9}=-\frac43$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$\sin2\beta&lt;0&lt;\sin2\alpha$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$S^2=\frac{16}{9}$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floor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$\alpha=33.83^\circ,\ \beta=-14.36^\circ$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$S=-1.3333$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cross-ratio terms combine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any symmetric expression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check on the data: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negative, a quick sanity check on any sign obtained.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A}{\cos B}+\frac{\cos A}{\sin B}=\frac{\cos(A-B)}{\sin B\cos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 B}{\sin A}+\frac{\sin B}{\cos A}=\frac{\cos(A-B)}{\sin A\cos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cross-ratio terms combine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$\sin(u+v)\sin(u-v)=\sin^2u-\sin^2v=\cos^2v-\cos^2u$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$\cos(u+v)\cos(u-v)=\cos^2u-\sin^2v$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$\sin\frac{\pi}{2}\sin0=0=\frac12-\frac12$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$u=\alpha+\beta,\ v=\alpha-\beta$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any symmetric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$2\alpha,2\beta$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$\sin2\alpha+\sin2\beta=2\sin u\cos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$\sin2\alpha\sin2\beta=\sin^2u-\sin^2v$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check on the data: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$\sin2\beta&lt;0&lt;\sin2\alpha$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negative, a quick sanity check on any sign obtained.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one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$\frac{\pi}{2}&lt;x&lt;\pi$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x=\frac{-5}{\sqrt{11}}$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$\left(\sin\frac{11x}{2}\right)(\sin6x-\cos6x)+\left(\cos\frac{11x}{2}\right)(\sin6x+\cos6x)$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$\frac{\sqrt{11}-1}{2\sqrt3}$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$\frac{\sqrt{11}+1}{2\sqrt3}$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$\frac{\sqrt{11}+1}{3\sqrt2}$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$\frac{\sqrt{11}-1}{3\sqrt2}$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Compound angle formulae and signs of ratios in a quadrant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and regroup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and regroup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$\cos\left(6x-\frac{11x}{2}\right)+\sin\left(6x-\frac{11x}{2}\right)=\cos\frac{x}{2}+\sin\frac{x}{2}$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right triangle has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$\frac{\pi}{2}&lt;x&lt;\pi$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x=-\frac{5}{\sqrt{11}}$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right triangle has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$5,\sqrt{11}$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x=\frac{\sqrt{11}}{6}$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the expression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brackets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the radicand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mistake.)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$\left(\cos6x\cos\frac{11x}{2}+\sin6x\sin\frac{11x}{2}\right)+\left(\sin6x\cos\frac{11x}{2}-\cos6x\sin\frac{11x}{2}\right)$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brackets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$\cos\left(6x-\frac{11x}{2}\right)$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$\sin\left(6x-\frac{11x}{2}\right)$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$\cos\frac{x}{2}+\sin\frac{x}{2}$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$\frac{x}{2}\in\left(\frac{\pi}{4},\frac{\pi}{2}\right)$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$\cos\frac{x}{2}+\sin\frac{x}{2}&gt;0$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$\sqrt{\left(\cos\frac{x}{2}+\sin\frac{x}{2}\right)^2}=\sqrt{1+\sin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the radicand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 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mistake.)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$\sqrt{1+\sin x}=\sqrt{1+\frac{\sqrt{11}}{6}}=\sqrt{\frac{12+2\sqrt{11}}{12}}$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$12+2\sqrt{11}=\left(\sqrt{11}+1\right)^2$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$\frac{\sqrt{11}+1}{2\sqrt3}$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$\frac{\sqrt{11}+1}{2\sqrt3}$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View the expression as a dot product: it is linear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coefficient vector of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collapses into a single cosine.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View the expression as a dot product: it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$(\sin6x,\cos6x)$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coefficient vector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collapses into a single cosine.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$A=\frac{11x}{2}$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$s(\sin A+\cos A)+c(\cos A-\sin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A+\cos A=\sqrt2\sin\left(A+\frac{\pi}{4}\right)$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A-\sin A=\sqrt2\cos\left(A+\frac{\pi}{4}\right)$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$\sqrt2\left[\sin6x\sin\left(A+\frac{\pi}{4}\right)+\cos6x\cos\left(A+\frac{\pi}{4}\right)\right]=\sqrt2\cos\left(6x-A-\frac{\pi}{4}\right)=\sqrt2\cos\left(\frac{x}{2}-\frac{\pi}{4}\right)$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2.5559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0.5927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1.2461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option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3.3166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3.4641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1.2461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options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$x=\pi-\tan^{-1}\frac{\sqrt{11}}{5}=2.5559$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$\sqrt2\cos(0.5927)=1.2461$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option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$=\frac{3.3166+1}{3.4641}=1.2461$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options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$0.67,\ 0.70,\ 0.55$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$\frac{\sqrt{11}+1}{2\sqrt3}$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coefficient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the root comes from the quadrant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positive,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$a\sin\theta+b\cos\theta=R\sin(\theta+\varphi)$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coefficient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A+\cos A,\ \cos A-\sin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$\left(\cos\frac{x}{2}+\sin\frac{x}{2}\right)^2=1+\sin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$\left(\cos\frac{x}{2}-\sin\frac{x}{2}\right)^2=1-\sin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the root comes from the quadrant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$\frac{x}{2}\in(\frac{\pi}{4},\frac{\pi}{2})$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positive,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$\cos\frac{x}{2}&lt;\sin\frac{x}{2}$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Mixed forms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regroup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large multiples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 disguise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Quadrant II: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Mixed forms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A\,(\sin B-\cos B)+\cos A\,(\sin B+\cos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regroup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$\cos(B-A)+\sin(B-A)$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large multiples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$11x/2$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 disguise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x=-\frac{p}{q}$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Quadrant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x=\frac{q}{\sqrt{p^2+q^2}}&gt;0$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x=-\frac{p}{\sqrt{p^2+q^2}}$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a numerical value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cosec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$\alpha=\frac{1}{\sin60^\circ\sin61^\circ}+\frac{1}{\sin62^\circ\sin63^\circ}+\cdots+\frac{1}{\sin118^\circ\sin119^\circ}$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$\left(\frac{\operatorname{cosec}1^\circ}{\alpha}\right)^2$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sum, Cotangent difference identity and supplementary 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 terms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$\frac{1}{\sin k^\circ\sin(k+1)^\circ}=\frac{\cot k^\circ-\cot(k+1)^\circ}{\sin1^\circ}$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 terms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$\cot(180^\circ-\theta)=-\cot\theta$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$\alpha\sin1^\circ=\frac{\sin(61^\circ-60^\circ)}{\sin60^\circ\sin61^\circ}+\frac{\sin(63^\circ-62^\circ)}{\sin62^\circ\sin63^\circ}+\cdots+\frac{\sin(119^\circ-118^\circ)}{\sin118^\circ\sin119^\circ}$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k^\circ-\cot(k+1)^\circ$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$\alpha\sin1^\circ=(\cot60^\circ-\cot61^\circ)+(\cot62^\circ-\cot63^\circ)+\cdots+(\cot118^\circ-\cot119^\circ)$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$119^\circ=180^\circ-61^\circ$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$\cot119^\circ=-\cot61^\circ$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$\cot(180^\circ-\theta)=-\cot\theta$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on, pairing every term with its supplement.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term left without a partner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supplement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absent),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cosec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$-\cot119^\circ=+\cot61^\circ$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$-\cot61^\circ$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$\cot118^\circ=-\cot62^\circ$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$\cot62^\circ$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on, pairing every term with its supplement.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term left without a partner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supplement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absent),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$\cot90^\circ=0$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$\alpha\sin1^\circ=\cot60^\circ$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$\alpha=\frac{\cot60^\circ}{\sin1^\circ}$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$\frac{\operatorname{cosec}1^\circ}{\alpha}=\frac{1/\sin1^\circ}{\cot60^\circ/\sin1^\circ}=\tan60^\circ$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$\left(\frac{\operatorname{cosec}1^\circ}{\alpha}\right)^2=\tan^260^\circ=3$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 reflection symmetry: the angle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equal terms, so the sum over all consecutive pairs equals twice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one extra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 reflection symmetry: the angle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$(k,k+1)$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$(179-k,180-k)$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equal terms, so the sum over all consecutive pairs equals twice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one extra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(30 terms),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(29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sends the odd starts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the even starts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full telescoping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118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$t_k=\frac{1}{\sin k^\circ\sin(k+1)^\circ}$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$\alpha=t_{60}+t_{62}+\cdots+t_{118}$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(30 terms),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$\beta=t_{61}+t_{63}+\cdots+t_{117}$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(29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$\sin(180^\circ-\theta)=\sin\theta$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$t_k=t_{179-k}$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$k\to179-k$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sends the odd starts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$61,63,\ldots,117$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the even starts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$118,116,\ldots,62$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$\beta=\alpha-t_{60}$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full telescoping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$\alpha+\beta=\sum_{k=60}^{118}t_k=\frac{\cot60^\circ-\cot119^\circ}{\sin1^\circ}=\frac{\cot60^\circ+\cot61^\circ}{\sin1^\circ}$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cosec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$t_{60}=\frac{\cot60^\circ-\cot61^\circ}{\sin1^\circ}$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$2\alpha=\alpha+\beta+t_{60}=\frac{2\cot60^\circ}{\sin1^\circ}$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$\alpha=\frac{\cot60^\circ}{\sin1^\circ}$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$\left(\frac{\operatorname{cosec}1^\circ}{\alpha}\right)^2=\tan^260^\circ=3$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1.9660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sum runs over alternate pairs only, the terms do not telescope directly; look for cancellations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pairs terms symmetric about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 k\sin(k+d)}=\frac{\cot k-\cot(k+d)}{\sin 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$\sum_{k=m}^{n-1}\frac{1}{\sin k^\circ\sin(k+1)^\circ}=\frac{\cot m^\circ-\cot n^\circ}{\sin1^\circ}$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$m=45,\ n=46$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$1.9660$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sum runs over alternate pairs only, the terms do not telescope directly; look for cancellations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$\cot(180^\circ-\theta)=-\cot\theta$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pairs terms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(partner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missing): only the unpaired term survives.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list of terms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and angles in degrees is a cot-telescoping problem;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outside the sum.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$\cot90^\circ=0$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missing): only the unpaired term survives.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list of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 a\sin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and angles in degrees is a cot-telescoping problem;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$\frac{1}{\sin(b-a)}$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outside the sum.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$\alpha=\left(1-2\cos\frac{\pi}{11}\right)\left(1-2\cos\frac{3\pi}{11}\right)\left(1-2\cos\frac{9\pi}{11}\right)\left(1-2\cos\frac{27\pi}{11}\right)\left(1-2\cos\frac{81\pi}{11}\right)$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Triple angle formula and telescoping product of cosines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telescopes because the angles triple each time.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$1-2\cos\theta=-\frac{\cos(3\theta/2)}{\cos(\theta/2)}$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telescopes because the angles triple each time.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243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81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$\alpha=(1-2\cos\theta)(1-2\cos3\theta)(1-2\cos9\theta)(1-2\cos27\theta)(1-2\cos81\theta)$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$1-2\cos\theta=1-2\left(2\cos^2\frac{\theta}{2}-1\right)=3-4\cos^2\frac{\theta}{2}$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$\frac{\left(3-4\cos^2\frac{\theta}{2}\right)\cos\frac{\theta}{2}}{\cos\frac{\theta}{2}}=\frac{3\cos\frac{\theta}{2}-4\cos^3\frac{\theta}{2}}{\cos\frac{\theta}{2}}=-\frac{\cos\frac{3\theta}{2}}{\cos\frac{\theta}{2}}$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$\alpha=\left(-\frac{\cos\frac{3\theta}{2}}{\cos\frac{\theta}{2}}\right)\left(-\frac{\cos\frac{9\theta}{2}}{\cos\frac{3\theta}{2}}\right)\cdots\left(-\frac{\cos\frac{243\theta}{2}}{\cos\frac{81\theta}{2}}\right)$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Everything cancels except the ends, and there are five minus signs: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Everything cancels except the ends, and there are five minus signs: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$\alpha=-\frac{\cos\frac{243\theta}{2}}{\cos\frac{\theta}{2}}$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$\frac{\theta}{2}=\frac{\pi}{22}$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$\frac{243\theta}{2}=\frac{243\pi}{22}=11\pi+\frac{\pi}{22}$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$\cos\frac{243\theta}{2}=\cos\left(11\pi+\frac{\pi}{22}\right)=-\cos\frac{\pi}{22}=-\cos\frac{\theta}{2}$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$\alpha=-\frac{-\cos(\theta/2)}{\cos(\theta/2)}=1$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$5-\alpha^2=4$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five angles reduce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are the double roots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evaluating that polynomial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tracking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five angles 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$\frac{k\pi}{11}$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$k=1,3,5,7,9$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are the double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$T_{11}(x)+1$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evaluating that polynomial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tracking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the angles: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simple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double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(11 roots in all).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(leading coefficient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the angles: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$\frac{27\pi}{11}\to\frac{5\pi}{11}$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$\frac{81\pi}{11}\to\frac{15\pi}{11}\to\frac{7\pi}{11}$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$\cos(2\pi-\phi)=\cos\phi$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$\alpha=\prod_{k\in\{1,3,5,7,9\}}\left(1-2c_k\right)$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$c_k=\cos\frac{k\pi}{11}$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$\cos11\phi=-1$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$\phi=\frac{k\pi}{11}$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$T_{11}(x)+1$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simple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double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$c_1,c_3,c_5,c_7,c_9$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(11 roots in all).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$T_{11}(x)+1=(x+1)P(x)^2$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$P(x)=32\prod(x-c_k)$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$\alpha=\prod\left(1-2c_k\right)=\prod2\left(\tfrac12-c_k\right)=32\prod\left(\tfrac12-c_k\right)=P\left(\tfrac12\right)$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$T_{11}\left(\tfrac12\right)=\cos\left(11\cdot\tfrac{\pi}{3}\right)=\cos\frac{11\pi}{3}=\frac12$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$P\left(\tfrac12\right)^2=\frac{\frac12+1}{\frac12+1}=1$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$5-\alpha^2=4$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$\alpha=1.0000$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equivalently,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triple-angle identity creates telescoping ratios.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with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through the triple-angle formula; the final step needs the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reduced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$1-2\cos\theta=-\frac{\cos(3\theta/2)}{\cos(\theta/2)}$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equivalently,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$\sin3\phi=\sin\phi\,(3-4\sin^2\phi)$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$\cos3\phi=\cos\phi\,(4\cos^2\phi-3)$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triple-angle identity creates telescoping ratios.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with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$\theta,3\theta,9\theta,\ldots$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through the triple-angle formula; the final step needs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reduced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$\frac{243\pi}{22}=11\pi+\frac{\pi}{22}$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1.0645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 (same set of angles as in the question).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$\prod_{k=0}^{n-1}\left(1-2\cos3^k\theta\right)=(-1)^n\frac{\cos\left(3^n\theta/2\right)}{\cos\left(\theta/2\right)}$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$n=2,\ \theta=0.7$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$=-1.0645$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$\left(1-2\cos\frac{\pi}{11}\right)\left(1-2\cos\frac{3\pi}{11}\right)\left(1-2\cos\frac{5\pi}{11}\right)\left(1-2\cos\frac{7\pi}{11}\right)\left(1-2\cos\frac{9\pi}{11}\right)=1$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 (same set of angles as in the question).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3.12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8 questions, 32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Trigonometric Ratios (Exercise J-A) SHEET TRIGONOMETRIC RATIO · Exercise J-A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3.12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