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1.0</c:v>
                </c:pt>
                <c:pt idx="5">
                  <c:v>1.0</c:v>
                </c:pt>
                <c:pt idx="6">
                  <c:v>2.0</c:v>
                </c:pt>
                <c:pt idx="7">
                  <c:v>3.0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1.0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1.0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line 'so 9f(x) = (5x^2 - 2x^2 - 4)/x^2' is a typo: the numerator must be 5x^4 - 2x^2 - 4 (5x^2 - 10 - 4/x^2 + 8 = (5x^4 - 2x^2 - 4)/x^2). The next line of the PDF (9x^2 f(x) = 5x^4 - 2x^2 - 4) and everything after it are correct; answer (D)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chain ends with 'f(x) lies between 1/8 + 1/(4 ln 2) and 1 - 1/ln 2, hence 1/8 &lt; f(x) &lt; 1' and treats the data as consistent. They are not: g(2) = ln 2 - 2 &gt; g(4) = 2 ln 2 - 4 although g must be non-decreasing, and the derived lower bound (0.486) exceeds the derived upper bound (-0.443). No such f exists, so (A) and (B) are true only vacuously. The key (B) is kept, but the question is flawed (see run report).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says 'h is strictly increasing so h(x)=0 has no solution' (wrong: a strictly increasing h can have exactly one zero; here h(1)=-2&lt;0&lt;h(3/2)=15/8, so there is exactly one root in (1,3/2), which is what (C) states) and 'h(x) in (h(-1),h(2)) = (-8,8)' (wrong: h(-1) = -1 - 3 - 6 = -10, so the range on (-1,2) is (-10,8)). With the corrected range (B) is false, which is the PDF's key; answer (B)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slips (all in notation; a, b and the answer are right): (1) writes f(x) = x^2 + a x^2 + ... instead of x^3 + a x^2 + ...; (2) writes the second condition as f'(-2) = 12 + 4a - b/2 = 0, but the critical point is x = 2, so it is f'(2) = 12 + 4a + b/2 = 0 (with a = -9/2, b = 12 this is 12 - 18 + 6 = 0; the PDF's version would give -12); (3) factorises as 3(x+1)(x+2)^2/x, but 3x^3 - 9x^2 + 12 = 3(x+1)(x-2)^2. I also added the comparison with f(-1/2) showing the minimum is at the endpoint -2, which the PDF states without checking.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— Differential Calculus 09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Monotonicity, Rolle's Theorem, Roots and Maxima &amp; Minima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 constant twice differentiable function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a real valued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exactly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at least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 constant twice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$g'\left(\frac12\right)=g'\left(\frac32\right)$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a real valued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$f(x)=\frac12\left[g(x)+g(2-x)\right]$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$f'\left(\frac32\right)+f'\left(\frac12\right)=1$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at least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Rolle's theorem applied to the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two 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Rolle's theorem.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zeros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$\frac12,1,\frac32$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two zeros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Rolle's theorem.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$f(x)=\frac12\left[g(x)+g(2-x)\right]$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$f'(x)=\frac12\left[g'(x)-g'(2-x)\right]$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twice differentiable). Rolle's theorem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$f'\left(\frac12\right)=\frac12\left[g'\left(\frac12\right)-g'\left(\frac32\right)\right]=0$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$g'\left(\frac12\right)=g'\left(\frac32\right)$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$f'(1)=\frac12\left[g'(1)-g'(1)\right]=0$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$f'\left(\frac32\right)=\frac12\left[g'\left(\frac32\right)-g'\left(\frac12\right)\right]=0$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$f'\left(\frac12\right)=f'(1)=f'\left(\frac32\right)=0$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twice differentiable). Rolle's theorem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$\left[\frac12,1\right]$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$f''(c_1)=0$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$c_1\in\left(\frac12,1\right)$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$\left[1,\frac32\right]$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$f''(c_2)=0$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$c_2\in\left(1,\frac32\right)$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at least two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false 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is not forced (nothing excludes more zeros); (C) is false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$c_1&lt;1&lt;c_2$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at least two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false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is not forced (nothing excludes more zeros); (C) is false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$f'\left(\frac32\right)+f'\left(\frac12\right)=0\neq1$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at least two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at least two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$(0,2)$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 in mirror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$f(2-x)=f(x)$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zeros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 in mirror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equal values at the mirror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data,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$f(2-x)=\frac12\left[g(2-x)+g(x)\right]=f(x)$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$f(2-x)=f(x)$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$-f'(2-x)=f'(x)$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$f''(2-x)=f''(x)$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equal values at the mirror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data,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$f'\left(\frac12\right)=\frac12\left[g'\left(\frac12\right)-g'\left(\frac32\right)\right]=0$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Rolle's theorem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symmetry,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second, different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two zeros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Rolle's theorem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$\left[\frac12,1\right]$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$c\in\left(\frac12,1\right)$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symmetry,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$f''(2-c)=f''(c)=0$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$2-c\in\left(1,\frac32\right)$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second, different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two zeros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at least two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at least two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$(0,2)$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graph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in mirror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symmetrisation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always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Rolle on a derivative: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somewhere strictly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rule: if a differentiable function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zeros, its derivative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second derivative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zeros.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$f(2a-x)=f(x)$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graph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in mirror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$f(x)=\frac12\left[g(x)+g(2a-x)\right]$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symmetrisation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always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$f'(a-h)=-f'(a+h)$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Rolle on a derivative: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$f'(p)=f'(q)$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somewhere strictly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rule: if a differentiable function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zeros, its derivative has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second derivative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zeros.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and onto, then the distance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$f:(-\infty,-1]\to(a,b]$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$f(x)=e^{x^3-3x+1}$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and onto, then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$P(2b+4,\,a+2)$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$x+e^{-3}y=4$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$\sqrt{1+e^{6}}$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$2\sqrt{1+e^{6}}$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$4\sqrt{1+e^{6}}$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$3\sqrt{1+e^{6}}$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and range of an exponential function,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range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$(-\infty,-1]$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range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$\left(\lim_{x\to-\infty}f,\ f(-1)\right]$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negative,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attained).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(increasing, continuous) is one-one and onto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$f(x)=e^{x^3-3x+1}$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$f'(x)=e^{x^3-3x+1}\left(3x^2-3\right)=3e^{x^3-3x+1}(x-1)(x+1)$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negative,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$x^3-3x+1\to-\infty$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 e^{-\infty}=0$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attained).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$f(-1)=e^{-1+3+1}=e^{3}$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$b=e^{3}$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$(a,b]=\left(0,e^{3}\right]$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(increasing, continuous) is one-one and onto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$P(2b+4,\ a+2)=\left(2e^{3}+4,\ 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$x+e^{-3}y-4=0$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$d=\dfrac{\left|2e^{3}+4+e^{-3}(2)-4\right|}{\sqrt{1+\left(e^{-3}\right)^2}}=\dfrac{2\left(e^{3}+e^{-3}\right)}{\sqrt{1+e^{-6}}}$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$e^{3}+e^{-3}=\dfrac{e^{6}+1}{e^{3}}$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$\sqrt{1+e^{-6}}=\dfrac{\sqrt{e^{6}+1}}{e^{3}}$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$d=\dfrac{2\left(e^{6}+1\right)}{\sqrt{e^{6}+1}}=2\sqrt{1+e^{6}}$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$2\sqrt{1+e^{6}}$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clear the negative power by scaling the line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$f=e^{u}$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$u=x^3-3x+1$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clear the negative power by scaling the line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continuously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$u=x^3-3x+1$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continuously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$u(-1)=3$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$3(x^2-1)$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$f=e^{u}$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$\left(0,e^{3}\right]$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$b=e^{3}$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$P=\left(2e^{3}+4,\ 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$x+e^{-3}y=4$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$e^{3}x+y-4e^{3}=0$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$d=\dfrac{\left|e^{3}\left(2e^{3}+4\right)+2-4e^{3}\right|}{\sqrt{e^{6}+1}}=\dfrac{2e^{6}+2}{\sqrt{e^{6}+1}}$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$d=2\sqrt{e^{6}+1}$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$2\sqrt{1+e^{6}}$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strictly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finite, its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attained, so the interval is open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composite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monotone exactly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one-one and onto onto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sub>
                            </m:sSub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scale the line to clear fractional or negative-power coefficients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$(-\infty,c]$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$\lim_{x\to-\infty}f=L$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finite, its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$(L,f(c)]$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attained, so the interval is open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$e^{u(x)}$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monotone exactly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one-one and onto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$\left(0,e^{u_{\max}}\right]$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$u_{\max}$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$\frac{|Ax_0+By_0+C|}{\sqrt{A^2+B^2}}$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scale the line to clear fractional or negative-power coefficients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$e^{k}+e^{-k}=\frac{e^{2k}+1}{e^{k}}$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$\sqrt{1+e^{-2k}}=\frac{\sqrt{e^{2k}+1}}{e^{k}}$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$2\sqrt{1+e^{2k}}$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$2\left(e^{k}+e^{-k}\right)$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in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$5f(x)+4f\left(\frac1x\right)=x^2-2$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$\forall\,x\neq0$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$y=9x^2f(x)$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in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$\left(0,\frac1{\sqrt5}\right)\cup\left(\frac1{\sqrt5},\infty\right)$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$\left(-\frac1{\sqrt5},0\right)\cup\left(0,\frac1{\sqrt5}\right)$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$\left(-\infty,\frac1{\sqrt5}\right)\cup\left(0,\frac1{\sqrt5}\right)$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$\left(-\frac1{\sqrt5},0\right)\cup\left(\frac1{\sqrt5},\infty\right)$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Monotonicity (increasing and decreasing functions)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$f(x),f(1/x)$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Monotonicity (increasing and decreasing functions)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second equation, then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second equation, then 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$f\left(\frac1x\right)$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$5f(x)+4f\left(\frac1x\right)=x^2-2$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$5f\left(\frac1x\right)+4f(x)=\frac1{x^2}-2$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$5\times(1)-4\times(2)$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$25f(x)-16f(x)=5x^2-10-\frac4{x^2}+8$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$9f(x)=5x^2-2-\frac4{x^2}=\frac{5x^4-2x^2-4}{x^2}$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$y=9x^2f(x)=5x^4-2x^2-4$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$\frac{dy}{dx}=20x^3-4x=4x\left(5x^2-1\right)$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$4x\left(5x^2-1\right)&gt;0$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$-\frac1{\sqrt5},\ 0,\ 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$\left(-\infty,-\frac1{\sqrt5}\right)$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$\left(-\frac1{\sqrt5},0\right)$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$\left(0,\frac1{\sqrt5}\right)$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$\left(\frac1{\sqrt5},\infty\right)$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$\left(-\frac1{\sqrt5},0\right)\cup\left(\frac1{\sqrt5},\infty\right)$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$\left(-\frac1{\sqrt5},0\right)\cup\left(\frac1{\sqrt5},\infty\right)$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ansatz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ansatz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$f=Ax^2+\frac B{x^2}+C$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symmetric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side has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constant, so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symmetric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side has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constant, so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$f(x)=Ax^2+\frac B{x^2}+C$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$5\left(Ax^2+\frac B{x^2}+C\right)+4\left(\frac A{x^2}+Bx^2+C\right)=x^2-2$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$5A+4B=1$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$5B+4A=0$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$9C=-2$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$B=-\frac{4A}5$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$5A-\frac{16A}5=1$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$9f=5x^2-\frac4{x^2}-2$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decreases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above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reasoning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decreasing. Increasing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$y=9x^2f=5x^4-2x^2-4=5u^2-2u-4$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decreases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$u&lt;\frac15$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$-\frac1{\sqrt5}&lt;x&lt;0$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reasoning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decreasing.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$\left(-\frac1{\sqrt5},0\right)\cup\left(\frac1{\sqrt5},\infty\right)$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$\left(-\frac1{\sqrt5},0\right)\cup\left(\frac1{\sqrt5},\infty\right)$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swapping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eliminating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trick solves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(swap the argument with its partner, eliminate).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even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increasing intervals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mirror images of its decreasing intervals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turning points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minimum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$af(x)+bf\left(\frac1x\right)=\varphi(x)$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$a^2\neq 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swapping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eliminating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$f(x)=\frac{a\varphi(x)-b\varphi(1/x)}{a^2-b^2}$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$a=5,b=4$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$9f=5(x^2-2)-4\left(\frac1{x^2}-2\right)$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trick solves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$af(x)+bf(-x)=\varphi(x)$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$af(x)+bf(c-x)=\varphi(x)$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(swap the argument with its partner, eliminate).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even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$y=P(x^2)$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increasing intervals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mirror images of its decreasing intervals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$y=5x^4-2x^2-4$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turning points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$0,\pm\frac1{\sqrt5}$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787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following two statements :\n(A) 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\n(B) 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statement (A)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the statements (A) and (B)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statement (A) nor statement (B)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statement (B)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787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$f:[2,4]\to\mathbb{R}$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$\left(x\log_e x\right)f'(x)+\left(\log_e x\right)f(x)+f(x)\ge1$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following two statements :\n(A) 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\n(B) 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statement (A)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the statements (A) and (B)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statement (A) nor statement (B)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statement (B)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Derivative inequality via an auxiliary monotonic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non-decreasing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$\left(x\ln x\,f(x)\right)'$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$g=x\ln x\,f-x$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non-decreasing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$\frac{d}{dx}\left(x\ln x\,f(x)-x\right)=x\ln x\,f'(x)+(\ln x+1)f(x)-1\ge0$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them in the chain (as the PDF does):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PDF evaluates the lower bound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upper bound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0.486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$g(x)=x\ln x\,f(x)-x$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$g(2)\le g(x)\le g(4)$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$g(2)=2\ln2\cdot\frac12-2=\ln2-2$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$g(4)=4\ln4\cdot\frac14-4=2\ln2-4=2(\ln2-2)$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them in the chain (as the PDF does):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$\ln2-2+x\le x\ln x\,f(x)\le2(\ln2-2)+x$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$\frac{\ln2-2}{x\ln x}+\frac1{\ln x}\le f(x)\le\frac{2(\ln2-2)}{x\ln x}+\frac1{\ln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PDF evaluates the lower bound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upper bound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$\frac18+\frac1{4\ln2}\le f(x)\le1-\frac1{\ln2}$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$0.486\le f(x)\le-0.443$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impossible,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differentiable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all the given conditions.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statements, which concern every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hold vacuously. Read separately, the bounds also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(lower bound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0.486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(upper bound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the intended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(A) and (B) are true: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impossible,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$g(2)=\ln2-2\approx-1.31$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$g(4)=2\ln2-4\approx-2.61$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$g(2)\le g(4)$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differentiable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all the given conditions.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statements, which concern every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hold vacuously. Read separately, the bounds also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(lower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$\approx0.486$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(upper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the intended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$\frac18&lt;f(x)&lt;1$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(A) and (B) are true: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Both the statements (A) and (B) are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(apply the mean value theorem to)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notice that the data contradict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(apply the mean value theorem to)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notice that the data contradict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mean value theorem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Contradiction: no differentiable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inequality 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$g(x)=x\ln x\,f(x)-x$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$g'(x)=x\ln x\,f'+(\ln x+1)f-1\ge0$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mean value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$g(4)-g(2)=2g'(c)\ge0$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$g(4)-g(2)=\left(4\ln4\cdot\frac14-4\right)-\left(2\ln2\cdot\frac12-2\right)=(2\ln2-4)-(\ln2-2)=\ln2-2\approx-1.31&lt;0$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Contradiction: no differentiable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inequality 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$f(2)=\frac12,\ f(4)=\frac14$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right end values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fails the inequality, as expected.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Statements about 'every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are vacuously true, so (A) and (B) both hold: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right end values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x\,f'+(\ln x+1)f=\frac1x&lt;1$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fails the inequality, as expected.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Statements about 'every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are vacuously true, so (A) and (B) both hold: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Both the statements (A) and (B) are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Hidden product rules: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end values you can read off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that the given end values are consistent with this before extracting bounds from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bound like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monotone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evaluate it at both endpoints and look for an interior extremum before choosing which end gives the minimum or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hypotheses are inconsistent.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Hidden product rules: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x\,f'+(\ln x+1)f=\left(x\ln x\,f\right)'$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$xf'+f=(xf)'$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$f'+f=e^{-x}\left(e^{x}f\right)'$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$f'g-fg'=g^2\left(\frac fg\right)'$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end values you can read off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$g(b)\ge g(a)$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that the given end values are consistent with this before extracting bounds from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bound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$\frac{x+c}{x\ln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monotone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evaluate it at both endpoints and look for an interior extremum before choosing which end gives the minimum or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$g(4)-g(2)=\ln2-2&lt;0$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hypotheses are inconsistent.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two statements\n(I)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increasing function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(I) and (II)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(I) nor (II)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(II)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$f:(0,1)\to\mathbb{R}$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$f(x)=\frac1{1-e^{-x}}$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$g(x)=f(-x)-f(x)$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two statements\n(I)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increasing function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(I) and (II)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(I) nor (II)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(II)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99617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and one-one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$g(x)=\frac{1+e^{x}}{1-e^{x}}$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$g'(x)=\frac{2e^{x}}{(1-e^{x})^2}&gt;0$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(taken by its formula).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$g(x)=f(-x)-f(x)=\frac1{1-e^{x}}-\frac1{1-e^{-x}}$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(taken by its formula).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$\frac1{1-e^{-x}}=\frac{e^{x}}{e^{x}-1}=-\frac{e^{x}}{1-e^{x}}$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$g(x)=\frac{1+e^{x}}{1-e^{x}}$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$g'(x)=\frac{(1-e^{x})e^{x}-(1+e^{x})(-e^{x})}{(1-e^{x})^2}$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 is true. A strictly increasing function is one-one: (II) is true.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$g'(x)=\frac{e^{x}-e^{2x}+e^{x}+e^{2x}}{(1-e^{x})^2}=\frac{2e^{x}}{(1-e^{x})^2}$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$(1-e^{x})^2&gt;0$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 is true. A strictly increasing function is one-one: (II) is true.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Both (I) and (II) are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monotonicity off a composition of monotone functions, with no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$g=-1+\frac2{1-e^{x}}$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monotonicity off a composition of monotone functions, with no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and negative, running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$g(x)=\frac{1+e^{x}}{1-e^{x}}=-1+\frac2{1-e^{x}}$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$-1+\frac{2}{1-e^x}=\frac{-1+e^x+2}{1-e^x}$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$t=1-e^{x}$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and negative, running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increase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 true; strictly monotone gives one-one: (II) true.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$\frac2{1-e^{x}}$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increase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 true; strictly monotone gives one-one: (II) true.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Both (I) and (II) are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Möbius function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constant sign: it is monotone on every interval where it is defined.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strictly monotone function on an interval is one-one; monotonicity is the quickest test for 'one-one' in calculus questions.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coth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sinh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$f(x)=\frac1{1-e^{-x}}$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$\frac{e^x}{e^x-1}-\frac1{e^x-1}=1$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$g(x)=f(-x)-f(x)=1-2f(x)$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$g'=-2f'$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Möbius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$\frac{at+b}{ct+d}$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$\frac{ad-bc}{(ct+d)^2}$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constant sign: it is monotone on every interval where it is defined.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$\frac{1+t}{1-t}$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$ad-bc=2&gt;0$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strictly monotone function on an interval is one-one; monotonicity is the quickest test for 'one-one' in calculus questions.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$g(x)=-\coth\frac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$g'(x)=\frac1{2\sinh^2(x/2)}&gt;0$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$f(x)=\frac{x^2+2x+1}{x^2+1}$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99617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One-one and many-one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monotone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not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monotone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$(-\infty,-1)$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$(1,\infty)$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not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factors have the same sign),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$f(x)=\frac{(x+1)^2}{x^2+1}$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$f'(x)=\frac{\left(x^2+1\right)\cdot2(x+1)-(x+1)^2(2x)}{\left(x^2+1\right)^2}$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$=2(x+1)\left[x^2+1-x(x+1)\right]=2(x+1)(1-x)$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$f'(x)=-\frac{2(x+1)(x-1)}{\left(x^2+1\right)^2}$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factors have the same sign),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decreasing, hence one-one,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options (C) and (D)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rises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falls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values repeat,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decreasing, hence one-one,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options (C) and (D)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rises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falls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values repeat,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$f(2-\sqrt3)=f(2+\sqrt3)=\frac32$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one-one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but not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one-one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but not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$f=1+\frac2{x+1/x}$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symmetry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$f(x)=f\left(\frac1x\right)$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grows),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decreasing, hence one-one,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$f\left(\frac1x\right)=\frac{(1/x+1)^2}{1/x^2+1}=\frac{(1+x)^2}{1+x^2}=f(x)$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$f(2)=f\left(\frac12\right)=\frac95$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$2\neq\frac12$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$f(x)=1+\frac{2x}{x^2+1}=1+\frac2{x+1/x}$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grows),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decreasing, hence one-one,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(C) is false, and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and negative there;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decreasing, hence one-one: (D) is false.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(C) is false, and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and negative there;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$f=1+\frac2{x+1/x}$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decreasing, hence one-one: (D) is false.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one-one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but not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one-one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but not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many-one on any interval that contains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function is one-one on an interval iff it is strictly monotone there; the turning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bound the largest intervals of one-one-ness.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taken twice,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$\frac{(x+1)^2}{x^2+1}=1+\frac{2x}{x^2+1}$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$\left|\frac{2x}{x^2+1}\right|\le1$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$f(x)=f\left(\frac1x\right)$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many-one on any interval that contains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function is one-one on an interval iff it is strictly monotone there; the turning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bound the largest intervals of one-one-ness.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taken twice,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twice differentiable functions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There exists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twice differentiable functions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$f''(x)=g''(x)+6x$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$f'(1)=4g'(1)-3=9$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$f(2)=3g(2)=12$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$g(-2)-f(-2)=20$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$|f(x)-g(x)|&lt;8$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$x_0\in\left(1,\frac32\right)$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$f(x_0)=g(x_0)$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$|f'(x)-g'(x)|&lt;6\Rightarrow-1&lt;x&lt;1$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derivatives (finding functions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Monotonicity and intermediate value theorem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derivatives (finding functions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Monotonicity and intermediate value theorem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two given conditions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completely.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$h=f-g$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$h''=6x$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two given conditions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$h(x)=x^3+3x-6$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completely.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Integrating,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$f''(x)=g''(x)+6x$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Integrating,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$f'(x)=g'(x)+3x^2+C$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$f'(1)=g'(1)+3+C$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$4g'(1)-3=9$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$9=3+3+C$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Integrating again,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example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 (B) is NOT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$f'(x)-g'(x)=3x^2+3$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Integrating again,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$f(x)=g(x)+x^3+3x+K$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$f(2)=g(2)+8+6+K$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$f(2)=3g(2)=12$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$12=4+14+K$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$h(x)=f(x)-g(x)=x^3+3x-6$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$h'(x)=3x^2+3&gt;0$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$g(-2)-f(-2)=-h(-2)=-(-8-6-6)=20$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$h(-1)=-10$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$h(2)=8$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$h(x)\in(-10,8)$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$(-8,8)$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$h(-0.9)\approx-9.4$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$|f-g|&gt;8$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 (B) is NOT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the intermediate value theorem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 (the root is unique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that is not true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$h(1)=-2&lt;0$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$h\left(\frac32\right)=\frac{15}8&gt;0$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the intermediate value theorem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$x_0\in\left(1,\frac32\right)$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$h(x_0)=0$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$f(x_0)=g(x_0)$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 (the root is unique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$|f'-g'|=3x^2+3&lt;6\iff x^2&lt;1\iff-1&lt;x&lt;1$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that is not true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$-1&lt;x&lt;2$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then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$|f(x)-g(x)|&lt;8$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∬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conditions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Work with the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unknown parts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monotone continuous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most one zero; opposite signs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guarantee exactly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every level exactly once;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locate the root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'which is NOT true' questions, find one false option decisively (here an endpoint value outside the claimed range) rather than proving all four.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$F=\iint\varphi+\alpha x+\beta$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conditions 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Work with the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$h=f-g$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unknown parts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monotone continuous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most one zero; opposite signs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$h(p),h(q)$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guarantee exactly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$x^3+3x-6$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$h'=3x^2+3\ge3$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every level exactly once;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$h\left(\frac32\right)=\frac{15}8$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locate the root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'which is NOT true' questions, find one false option decisively (here an endpoint value outside the claimed range) rather than proving all four.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Q08 – Q13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thrice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minimum number of zeroes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thrice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minimum number of zeroes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$\left(3f'f''+ff'''\right)(x)$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Rolle's theorem and zeros of derivatives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″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apply Rolle's theorem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$f^2\left(3f'f''+ff'''\right)=\left(f^3f''\right)'$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apply Rolle's theorem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$F=f^3f''$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Rolle's theorem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$1,-1,2,-2$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Rolle's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$F=f^3f''$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$F'=3f^2f'f''+f^3f'''=f^2\left(3f'f''+ff'''\right)$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Rolle's theorem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zeros, each strictly between two consecutive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such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zero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itself a zero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cannot lie strictly between consecutive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Rolle's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zeros, each strictly between two consecutive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such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zero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itself a zero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cannot lie strictly between consecutive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$F'=f^2\left(3f'f''+ff'''\right)=0$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$3f'f''+ff'''=0$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coincides with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common point also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directly, so the count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zeros. Answer: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 is attained: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five given values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 (checked).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coincides with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common point also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$3f'f''+ff'''=0$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directly, so the count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$3f'f''+ff'''$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zeros. 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 is attained: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$f(x)=\frac{-5x^4+38x^3-88x^2+61x}6$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five given values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$3f'f''+ff'''$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 (checked).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Expressions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forms are derivatives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look for the integrating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Rolle counting: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strictly between consecutive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none of them is a zero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changes in a table of values give roots by the intermediate value theorem; a table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itself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counts are sharp when a polynomial through the data has the right degree: the quartic interpolating the five points gives a degree-5 expression with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$\left(f^kf^{(m)}\right)'=f^{k-1}\left(kf'f^{(m)}+ff^{(m+1)}\right)$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Expressions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$3f'f''+ff'''$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$k=3,m=2$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$2f'f''+ff'''$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forms are derivatives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$f^kf^{(m)}$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look for the integrating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Rolle counting: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strictly between consecutive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none of them is a zero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changes in a table of values give roots by the intermediate value theorem; a table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itself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counts are sharp when a polynomial through the data has the right degree: the quartic interpolating the five points gives a degree-5 expression with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have any critical point, be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$f(x)=\left(p^2-6p+8\right)\left(\sin^22x-\cos^22x\right)+2(2-p)x+7$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have any critical point, be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Critical points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no zero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treat the degenerate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$f'=A\sin4x+B$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no zero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$|B|&gt;|A|$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treat the degenerate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critical point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everywhere).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point is critical,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$\sin^22x-\cos^22x=-\cos4x$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$f(x)=-\left(p^2-6p+8\right)\cos4x+2(2-p)x+7$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$f'(x)=4\left(p^2-6p+8\right)\sin4x+(4-2p)$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critical point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everywhere).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$p^2-6p+8=(p-2)(p-4)$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$4-2p=-2(p-2)$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$f'(x)=2(p-2)\left[2(p-4)\sin4x-1\right]$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point is critical,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critical point.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holds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excludes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$2(p-4)\sin4x\neq1$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critical point.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$p\neq4$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$\sin4x\neq\frac1{2(p-4)}$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holds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$\left|\frac1{2(p-4)}\right|&gt;1$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$|p-4|&lt;\frac12$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$p\in\left(\frac72,\frac92\right)$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excludes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$16ab=16\cdot\frac72\cdot\frac92=252$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252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solution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zero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boundary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axis and does give a critical point, hence the open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parameter problems always test the values that kill a common factor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the coefficient of the oscillating term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both may behave differently from the generic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critical point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monotone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kx+B=0$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$|B|\le|A|$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kx+B$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zero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$|B|&gt;|A|$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boundary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axis and does give a critical point, hence the open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$\sin^2\theta-\cos^2\theta=-\cos2\theta$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$\sin^22x-\cos^22x=-\cos4x$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parameter problems always test the values that kill a common factor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the coefficient of the oscillating term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both may behave differently from the generic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$f(x)=-c\cos4x+mx+7$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$m=2(2-p)$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critical point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monotone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$|m|&gt;4|c|$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$4|(p-2)(p-4)|&lt;2|p-2|$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number of points at which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$f(x)=2^x-x^2$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number of points at which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real roots and intersections of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Intersections with the axis are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count crossings of an exponential with a parabola and with a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Intersections with the axis are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$2^x=x^2$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$2^x\ln2=2x$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count crossings of an exponential with a parabola and with a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negative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negative root;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$f(x)=0\Rightarrow2^x=x^2$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negative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$f(-1)=-\frac12&lt;0&lt;f(0)=1$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negative root;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$f(2)=f(4)=0$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$f'(x)=2^x\ln2-2x$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$f'(x)=0\Rightarrow2^x=\frac2{\ln2}x$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2.885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origin meets the convex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(see the graph in the PDF).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zero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and has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$y=\frac2{\ln2}x\approx2.885x$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origin meets the convex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(see the graph in the PDF).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$f'(0)=\ln2&gt;0$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$f'(1)=2\ln2-2&lt;0$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$f'(4)=16\ln2-8&gt;0$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zero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$f''=2^x\ln^22-2$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and has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$m+n=3+2=5$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Take logarithms so that every count becomes 'a single-hump function equals a constant'.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positive and the right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logs: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to a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tends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target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attained exactly twice: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$f'(x)=0\iff2^x\ln2=2x$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positive and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logs: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x-x\ln2=\ln\frac{\ln2}2\approx-1.060$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$\varphi(x)=\ln x-x\ln2$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to a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$x=\frac1{\ln2}$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$\varphi_{\max}=-\ln\ln2-1\approx-0.633$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target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$-1.060$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$\varphi_{\max}$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attained exactly twice: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negative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ends, so there are exactly two positive roots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$f'=2^x\ln2-2x&gt;0$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negative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$2^x=x^2\iff\psi(x)=x\ln2-2\ln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$x=\frac2{\ln2}$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$2-2\ln\frac2{\ln2}\approx-0.119&lt;0$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$\psi\to+\infty$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ends, so there are exactly two positive roots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twice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(tangency from the origin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at most one more than the 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(Rolle):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found.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three real solutions: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0.767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count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unimodal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ends),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twice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$k&gt;e\ln2\approx1.884$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(tangency from the origin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$x=\frac1{\ln2}$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$k=e\ln2$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$k=\frac2{\ln2}\approx2.885$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at most one more than the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(Rolle):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found.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$2^x=x^2$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three real 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$x\approx-0.767$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count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$\varphi(x)=c$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unimodal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$c&lt;\varphi_{\max}$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ends),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$c=\varphi_{\max}$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$c&gt;\varphi_{\max}$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points, where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points, where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$y=x^5-20x^3+50x+2$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real roots of a polynomial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Locate the four turning points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check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test points between and beyond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Locate the four turning points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check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test points between and beyond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turning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$y=x^5-20x^3+50x+2$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$\frac{dy}{dx}=5x^4-60x^2+50=5\left(x^4-12x^2+10\right)$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$\frac{dy}{dx}=0\Rightarrow x^4-12x^2+10=0$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$x^2=\frac{12\pm\sqrt{144-40}}2=6\pm\sqrt{26}\approx6\pm5.1$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$x^2\approx11.1$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$x\approx\pm3.3,\ \pm0.95$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turning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Beyond the turning 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873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changes occur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five roots; a quintic has at most five.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curve crosses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$y(1)=33&gt;0$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$y(2)=-26&lt;0$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$y(-1)=-29&lt;0$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$y(-2)=30&gt;0$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Beyond the turning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$y(-5)=-873&lt;0$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$y(-4)=58&gt;0$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$y(4)=-54&lt;0$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$y(5)=877&gt;0$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changes occur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five roots; a quintic has at most five.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curve crosses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odd quintic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extreme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cuts all five branches.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odd quintic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$p(x)=x^5-20x^3+50x$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extreme 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$\pm31$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$\pm162$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$-31$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cuts all five branches.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odd.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critical point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maximum);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minimum). By oddness,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$y=p(x)+2$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$p(x)=x^5-20x^3+50x$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odd.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critical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$x^4=12x^2-10$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$p=x\left(x^4-20x^2+50\right)=x\left(40-8x^2\right)=8x\left(5-x^2\right)$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$x^2=6-\sqrt{26}$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$x\approx0.949$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$p\approx31.1$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maximum);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$x^2=6+\sqrt{26}$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$x\approx3.33$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$p\approx-162.6$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minimum). By oddness,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$p(-0.949)\approx-31.1$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$p(-3.33)\approx162.6$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five branches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level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range of every branch (each branch's range contains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31.1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each branch crosses it exactly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crossings.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five branches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$(-\infty,-3.33)$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$162.6$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$(-3.33,-0.949)$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$-31.1$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$(-0.949,0.949)$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$(0.949,3.33)$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$-162.6$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$(3.33,\infty)$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level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range of every branch (each branch's range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$-31.1&lt;-2&lt;31.1$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each branch crosses it exactly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crossings.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degree-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polynomial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 iff its critical values alternate in sign (strictly) with the level;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the local maximum and minimum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critical point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lower the degree before evaluating: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extreme values come out without heavy arithmetic.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odd polynomial's graph is symmetric about the origin, so local extreme values come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all branches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smallest local maximum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the roots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degree-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polynomial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 iff its critical values alternate in sign (strictly) with the level;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the local maximum and minimum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critical point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lower the degree before evaluating: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$x^4=12x^2-10$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$p=8x(5-x^2)$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extreme values come out without heavy arithmetic.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odd polynomial's graph is symmetric about the origin, so local extreme values come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all branches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$c&lt;$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smallest local maximum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the roots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$(-5,-4),(-2,-1),(-1,0),(1,2),(4,5)$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term in the sequence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term in the sequence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$a_n=\frac{n^3}{n^4+147}$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Maxima of a sequence using derivatives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where the continuous function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peaks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4.58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compare the neighbouring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where the continuous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$\frac{x^3}{x^4+147}$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peaks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$x=\sqrt{21}\approx4.58$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compare the neighbouring integers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find where it is greatest.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147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147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441</m:t>
                            </m:r>
                          </m:e>
                        </m: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147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147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$a_n=\frac{n^3}{n^4+147}$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$f(x)=\frac{x^3}{x^4+147}$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find where it is greatest.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$f'(x)=\frac{3x^2\left(x^4+147\right)-4x^3\cdot x^3}{\left(x^4+147\right)^2}$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$x^2\left(3x^4+441-4x^4\right)=x^2\left(441-x^4\right)$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$f'(x)=\frac{-x^2\left(x^4-441\right)}{\left(x^4+147\right)^2}=\frac{-x^2\left(x^2+21\right)\left(x^2-21\right)}{\left(x^4+147\right)^2}$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4.58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greatest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0.1588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0.1619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greatest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$0&lt;x&lt;\sqrt{21}$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$x&gt;\sqrt{21}$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$x=\sqrt{21}\approx4.58$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greatest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$a_4=\frac{4^3}{4^4+147}=\frac{64}{256+147}=\frac{64}{403}\approx0.1588$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$a_5=\frac{125}{625+147}=\frac{125}{772}\approx0.1619$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$a_5&gt;a_4$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greatest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reciprocal: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greatest term is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least - compare integers, no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reciprocal: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$a_n=\frac1{n+147/n^3}$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greatest term is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$n+\frac{147}{n^3}$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least - compare integers, no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147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greatest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6.297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6.176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6.176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$a_n=\frac{1}{n+\frac{147}{n^3}}$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$g(n)=n+\frac{147}{n^3}$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$g(4)=4+\frac{147}{64}\approx6.297$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$g(5)=5+\frac{147}{125}=6.176$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$g(n)&gt;n\ge6$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$g(6)=6+\frac{147}{216}\approx6.68&gt;6.176$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$g(n)&gt;7$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8.44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larger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6.176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$g(3)=3+\frac{147}{27}\approx8.44$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$g(2)\approx20.4$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$g(1)=148$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larger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$6.176$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maximise a sequence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maximise the real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two integers on each side of its peak.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peak is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 trick: maximising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minimising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minimisation (AM-GM style).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0.1619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0.1588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0.1497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maximise a sequence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maximise the real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two integers on each side of its peak.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$a_n=\frac{n^k}{n^m+c}$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peak is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$kn^{k-1}(n^m+c)=mn^{k-1}\cdot n^m$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$n^m=\frac{kc}{m-k}$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$n^4=\frac{3\cdot147}{1}=441$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 trick: maximising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minimising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$\frac{n^3}{n^4+147}=\frac1{n+147/n^3}$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$n+\frac c{n^3}$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minimisation (AM-GM style).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$a_5=\frac{125}{772}\approx0.1619$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$a_4\approx0.1588$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$a_6=\frac{216}{1443}\approx0.1497$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points, where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points, where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$f(x)=e^{8x}-e^{6x}-3e^{4x}-e^{2x}+1$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real roots of an exponential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a root on each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there are exactly two.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a root on each side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$t=e^{2x}$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there are exactly two.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exponential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$f(x)=e^{8x}-e^{6x}-3e^{4x}-e^{2x}+1$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exponential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$f(0)=1-1-3-1+1=-3&lt;0$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dominates,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intermediate value theorem one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 and another is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curve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two points (the count is exactly two: see the alternate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$e^{8x}$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dominates,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intermediate value theorem one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 and another is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curve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two points (the count is exactly two: see the alternate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palindromic; 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$t=e^{2x}$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palindromic; 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$u=t+\frac1t$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(one-to-one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$t=e^{2x}&gt;0$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(one-to-one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$t^4-t^3-3t^2-t+1=0$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$\left(t^2+\frac1{t^2}\right)-\left(t+\frac1t\right)-3=0$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$u=t+\frac1t$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$t^2+\frac1{t^2}=u^2-2$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$u^2-2-u-3=0$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$u^2-u-5=0$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admissible, and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two distinct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2.369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(reciprocals).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two points.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$u=\frac{1\pm\sqrt{21}}2\approx2.79$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$-1.79$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$u=t+\frac1t\ge2$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$u\approx2.79$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admissible, and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two distinct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$t\approx0.422$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$t\approx2.369$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(reciprocals).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$x=\frac12\ln t\approx\mp0.431$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two points.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Palindromic polynomial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reduce it to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reciprocal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real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one-to-one with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palindromic form shows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here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Palindromic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$t^4+at^3+bt^2+at+1$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$u=t+\frac1t$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$t^2+\frac1{t^2}=u^2-2$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reduce it to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$u=t+\frac1t\ge2$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reciprocal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$t=e^{kx}$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one-to-one with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$x=\frac{\ln t}k$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palindromic form shows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$e^{-4x}f(x)$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$\pm0.431$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Q14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of local minima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of local maxima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4   (C) 5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$f(x)=\big||x+2|-2|x|\big|$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of local minima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of local maxima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4   (C) 5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Local maxima and minima of modulus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piecewise linear: list its slopes between the breakpoints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the sign changes.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piecewise linear: list its slopes between the breakpoints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$-2,-\frac23,0,2$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the sign changes.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critical points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a modulus changes)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the inner expression vanishes).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Removing the modulus: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Slopes from left to right: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$f(x)=\big||x+2|-2|x|\big|$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critical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a modulus changes)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$x=2,\ 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the inner expression vanishes).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Removing the modulus: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$f=-(3x+2)$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x\le-\frac23$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$-\frac23\le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$f\left(-\frac23\right)=0$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Slopes from left to right: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$-1,\ -3,\ +3,\ -1,\ 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goes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both sides: no extremum (the corner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a maximum nor a minimum).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local minimum (value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local maximum (value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local minimum (value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goes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$-1\to-3$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both sides: no extremum (the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a maximum nor a minimum).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$-3\to+3$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local minimum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$+3\to-1$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local maximum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$-1\to+1$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local minimum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at two points (automatically minima); at the other kinks use the kink test: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an extremum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𝑠𝑙𝑜𝑝𝑒 𝑜𝑓 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at two points (automatically minima); at the other kinks use the kink test: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$\ell(x)+c|x-a|$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an extremum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$|\text{slope of }\ell|&lt;|c|$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point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minimum: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other possible extrema are the kinks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inner expression is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plus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peak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wins: a local maximum.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$|x+2|=2|x|\iff(x+2)^2=4x^2\iff(2-x)(3x+2)=0$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$x=2,\ 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point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minimum: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other possible extrema are the kinks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$|x+2|=x+2$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inner expression is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$f=x+2-2|x|$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$\ell(x)=x+2$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$|1|&lt;2$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peak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wins: a local maximum.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inner expression is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no extremum.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minima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inner expression is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$f=2|x|-|x+2|=-2x-|x+2|$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$|-2|&gt;1$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no extremum.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minima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Kink test: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has a local extremum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just a monotone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continuous: every point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(or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local minimum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piecewise-linear function's local extrema are only at its breakpoints; list slopes between breakpoints and look for sign changes.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Kink test: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$h(x)=\ell(x)+c|x-a|$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has a local extremum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$|\ell'|&lt;|c|$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$|\ell'|\ge|c|$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just a monotone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continuous: every point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(or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local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piecewise-linear function's local extrema are only at its breakpoints; list slopes between breakpoints and look for sign changes.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$\big||x+2|-2|x|\big|=0$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$(x+2)^2-4x^2=(2-x)(3x+2)$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its local maximum and minimum values at the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15   (B) 13   (C) 24   (D) 18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$f(x)=6x^3-45ax^2+108a^2x+1$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its local maximum and minimum values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$a+x_1+x_2$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15   (B) 13   (C) 24   (D) 18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Local maxima and minima of a cubic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maximum is at the smaller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$18(x-2a)(x-3a)$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maximum is at the smaller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minimum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local maximum is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local minimum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$f'(x)=18x^2-90ax+108a^2=18\left(x^2-5ax+6a^2\right)=18(x-2a)(x-3a)$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$2a&lt;3a$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$(2a,3a)$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local maximum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local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$x_1x_2=6a^2=54\Rightarrow a^2=9\Rightarrow 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$a+x_1+x_2=3+6+9=18$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Vieta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$x_1,x_2$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Vieta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$x_1+x_2=5a$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$x_1x_2=6a^2$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$a+x_1+x_2=6a$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roots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critical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Vieta: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assignment of which root is the maximum was not even needed.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$f'(x)=18\left(x^2-5ax+6a^2\right)$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critical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Vieta: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$x_1+x_2=5a$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$x_1x_2=6a^2$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$6a^2=54$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$a+x_1+x_2=a+5a=6a=18$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assignment of which root is the maximum was not even needed.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critical points are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(Vieta, no factoring needed).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local maximum is at the smaller critical point and the local minimum at the larger one (reversed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quantities of the two critical points (sum, product) do not depend on which is max and which is min.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x^3+\beta x^2+\gamma x+\delta$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critical points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 x^2+2\beta x+\gamma$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$-\frac{2\beta}{3\alpha}$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$\frac{\gamma}{3\alpha}$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(Vieta, no factoring needed).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local maximum is at the smaller critical point and the local minimum at the larger one (reversed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quantities of the two critical points (sum, product) do not depend on which is max and which is min.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$f'=18(x-2a)(x-3a)$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$6a^2=54$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critical points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absolute minimum and the absolute maximum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(Take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20.9   (B) 22.1   (C) 21.1   (D) 19.8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critical points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$f(x)=x^3+ax^2+b\log_e|x|+1$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absolute minimum and the absolute maximum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$\left[-2,-\frac12\right]$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$|M+m|$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(Take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$\log_e2=0.7$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20.9   (B) 22.1   (C) 21.1   (D) 19.8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Absolute maximum and minimum on a closed interval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critical-point conditions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interior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at both endpoints.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critical-point conditions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compare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interior maximum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at both endpoints.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critical: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critical: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$f'(x)=3x^2+2ax+\frac bx$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critical: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$f'(-1)=3-2a-b=0$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critical: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$f'(2)=12+4a+\frac b2=0$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$b=3-2a$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$24+8a+3-2a=0$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to a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falls.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$f'(x)=3x^2-9x+\frac{12}x=\frac{3\left(x^3-3x^2+4\right)}x=\frac{3(x+1)(x-2)^2}x$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$\left[-2,-\frac12\right]$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$\left(-1,-\frac12\right)$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to a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falls.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$f(x)=x^3-\frac92x^2+12\ln|x|+1$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$M=f(-1)=-1-\frac92+0+1=-\frac92=-4.5$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is at an endpoint.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8.65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is at an endpoint.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$f(-2)=-8-18+12\ln2+1=-25+12(0.7)=-16.6$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$f\left(-\frac12\right)=-\frac18-\frac98+12\ln\frac12+1\approx-1.25-8.4+1=-8.65&gt;f(-2)$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$m=f(-2)=-16.6$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$|M+m|=|-4.5-16.6|=21.1$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21.1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term, so the product-sum of its roots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reveals the third root and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Vieta.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$xf'(x)=3x^3+2ax^2+b$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no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term, so the product-sum of its roots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reveals the third root and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Vieta.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cubic with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third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critical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its non-zero roots).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of products of pairs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double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$xf'(x)=3x^3+2ax^2+b$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cubic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third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critical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its non-zero roots).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of products of pairs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$(-1)(2)+(-1)r+2r=0$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double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$-1+2+2=3=-\frac{2a}3$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at an endpoint.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$(-1)(2)(2)=-4=-\frac b3$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$xf'(x)=3(x+1)(x-2)^2$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$[-2,-\frac12]$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at an endpoint.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$M=f(-1)=-4.5$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$m=f(-2)=-25+12\ln2=-16.6$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$|M+m|=21.1$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21.1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polynomial: critical points are its non-zero roots, and Vieta (sums, products, pair-products) gives parameters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missing power in the polynomial gives a free relation: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Absolute extrema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critical point inside and at both endpoints; do not assume the endpoint with the 'smaller' look is the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negative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$b\ln|x|$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polynomial: critical points are its non-zero roots, and Vieta (sums, products, pair-products) gives parameters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missing power in the polynomial gives a free relation: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r_ir_j=0$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Absolute extrema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critical point inside and at both endpoints; do not assume the endpoint with the 'smaller' look is the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$\frac{d}{dx}\ln|x|=\frac1x$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negative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$\ln|-2|=\ln2$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$\ln\left|-\frac12\right|=-\ln2$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numbers of local maximum and local minimum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are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and 3   (B) 1 and 3   (C) 3 and 2   (D) 2 and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$f(x)=\int_0^{x^2}\frac{t^2-8t+15}{e^t}\,dt$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numbers of local maximum and local minimum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are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and 3   (B) 1 and 3   (C) 3 and 2   (D) 2 and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Extrema of an integral function (Leibniz rule)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Leibniz' rule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five simple zeros with alternating signs.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Leibniz' rule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$f'(x)=2x\left(x^2-3\right)\left(x^2-5\right)e^{-x^2}$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five simple zeros with alternating signs.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Leibniz' rule,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zeros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simple,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$f(x)=\int_0^{x^2}\frac{t^2-8t+15}{e^{t}}\,dt$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Leibniz' rule,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$f'(x)=\frac{x^4-8x^2+15}{e^{x^2}}\cdot2x-0$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$x^4-8x^2+15=\left(x^2-3\right)\left(x^2-5\right)$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$f'(x)=\frac{2x\left(x^2-3\right)\left(x^2-5\right)}{e^{x^2}}$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$f'(x)=\frac{2x(x-\sqrt3)(x+\sqrt3)(x-\sqrt5)(x+\sqrt5)}{e^{x^2}}$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zeros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$0,\pm\sqrt3,\pm\sqrt5$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simple,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right: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Minima (sign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Maxima (sign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maxima: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local minima: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right: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$(\sqrt3,\sqrt5)$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$(-\sqrt3,0)$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$(-\sqrt5,-\sqrt3)$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Minima (sign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$x=-\sqrt5,\ 0,\ 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Maxima (sign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$x=-\sqrt3,\ 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maxima: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local minima: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2 and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find the extrema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pull them back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$f(x)=G\left(x^2\right)$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$G(u)=\int_0^u\varphi$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find the extrema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pull them back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local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local maxima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local minima.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$G(u)=\int_0^{u}\varphi(t)\,dt$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$\varphi(t)=(t-3)(t-5)e^{-t}$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$G'(u)=\varphi(u)$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u&lt;3$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local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local maxima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local minima.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local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minima: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Same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$G'(0)=\varphi(0)=15&gt;0$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$f(x)=G(x^2)\ge 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local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minima: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$0,\pm\sqrt5$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Same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2 and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extra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creates the extremum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a turning point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extremum there (a minimum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minimum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product of simple linear factors the sign alternates at each zero; the extrema alternate min, max, min, ... and a polynomial-type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odd degree with positive leading behaviour ends with a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$\frac{d}{dx}\int_{a(x)}^{b(x)}\varphi(t)\,dt=\varphi(b)b'-\varphi(a)a'$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$b'=2x$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extra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creates the extremum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$F(x)=G(h(x))$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a turning point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$G'(h)\neq0$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extremum there (a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product of simple linear factors the sign alternates at each zero; the extrema alternate min, max, min, ... and a polynomial-type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odd degree with positive leading behaviour ends with a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$0,\pm\sqrt3,\pm\sqrt5$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local minimum values of the function\n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local minimum values of the function\n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$f(x)=\begin{cases}1-2x,&amp;x&lt;-1\\ \frac13\left(7+2|x|\right),&amp;-1\le x\le2\\ \frac{11}{18}(x-4)(x-5),&amp;x&gt;2\end{cases}$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$\frac{171}{72}$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$\frac{131}{72}$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$\frac{167}{72}$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$\frac{157}{72}$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Local minima of a piecewise-defined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Open the modulus, check continuity at the joins, and test each candidate point (the V-point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joins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vertex of the parabola).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Open the modulus, check continuity at the joins, and test each candidate point (the V-point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joins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vertex of the parabola).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Removing the modulus: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pieces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extremum.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Removing the modulus: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$\frac13(7-2x)$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$\frac13(7+2x)$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$\frac{11}{18}(x-4)(x-5)$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pieces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extremum.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 changes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local minimum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maximum, not a minimum.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 changes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local minimum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$f(0)=\frac73$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$f(2)=\frac{11}3$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$f'=\frac{11}{18}(2x-9)&lt;0$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maximum, not a minimum.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parabola with vertex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local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local minimum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$f=\frac{11}{18}\left(x^2-9x+20\right)$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parabola with vertex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local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$f\left(\frac92\right)=\frac{11}{18}\cdot\frac12\cdot\left(-\frac12\right)=-\frac{11}{72}$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local minimum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$=\frac73-\frac{11}{72}=\frac{168-11}{72}=\frac{157}{72}$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157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$\frac{157}{72}$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piecewise function: (i) check continuity at the joins, (ii) compare slopes on either side of every join and every kink, (iii) add the interior turning points of each piece.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join is a local minimum iff the slope changes from negative to positive across it (or it is a downward jump); if the slope keeps its sign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is not an extremum.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upward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minimum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piecewise function: (i) check continuity at the joins, (ii) compare slopes on either side of every join and every kink, (iii) add the interior turning points of each piece.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join is a local minimum iff the slope changes from negative to positive across it (or it is a downward jump); if the slope keeps its sign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$-2\to-\frac23$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is not an extremum.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upward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$A(x-p)(x-q)$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$\frac{p+q}2$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$-\frac{A(p-q)^2}4$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$-\frac{11}{18}\cdot\frac14=-\frac{11}{72}$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$\frac13(7+2|x|)$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valued function.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minimum and the maximum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24   (B) 38   (C) 44   (D) 42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$f(x)=3\sqrt{x-2}+\sqrt{4-x}$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valued function.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minimum and the maximum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$\alpha^2+2\beta^2$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24   (B) 38   (C) 44   (D) 42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Absolute maximum and minimum on a closed interval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endpoints and at the single critical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compare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endpoints and at the single critical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$x=\frac{19}5$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$f(x)=3\sqrt{x-2}+\sqrt{4-x}$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$f'(x)=\frac3{2\sqrt{x-2}}-\frac1{2\sqrt{4-x}}$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$2&lt;x&lt;4$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$f'(x)=0\Rightarrow3\sqrt{4-x}=\sqrt{x-2}\Rightarrow9(4-x)=x-2\Rightarrow x=\frac{19}5\in[2,4]$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$f\left(\frac{19}5\right)=3\sqrt{\frac95}+\sqrt{\frac15}=\frac{10}{\sqrt5}=2\sqrt5$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$\sqrt2\approx1.41$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$2\sqrt5\approx4.47$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$3\sqrt2\approx4.24$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$\alpha^2+2\beta^2=2+2\cdot20=42$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42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Cauchy-Schwarz gives the maximum, and concavity puts the minimum at an endpoint.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Cauchy-Schwarz: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Cauchy-Schwarz: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$f=3\cdot\sqrt{x-2}+1\cdot\sqrt{4-x}\le\sqrt{3^2+1^2}\sqrt{(x-2)+(4-x)}=\sqrt{10}\cdot\sqrt2=2\sqrt5$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$\frac{\sqrt{x-2}}3=\frac{\sqrt{4-x}}1$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$x-2=9(4-x)$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$x=\frac{19}5\in[2,4]$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concave functions, hence concave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minimum is at an endpoint: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concave functions, hence concave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minimum is at an endpoint: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$\alpha^2+2\beta^2=2+2(20)=42$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42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Cauchy-Schwarz: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 this gives the maximum with no calculus.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concave function on a closed interval attains its minimum at an endpoint (and a convex function its maximum).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maximum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closed interval always check the endpoints as well as the critical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Cauchy-Schwarz: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$p\sqrt{u}+q\sqrt{v}\le\sqrt{p^2+q^2}\sqrt{u+v}$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 u}p=\frac{\sqrt v}q$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 this gives the maximum with no calculus.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concave function on a closed interval attains its minimum at an endpoint (and a convex function its maximum).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$f=a\sqrt{x-c}+b\sqrt{d-x}$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$[c,d]$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$\sqrt{a^2+b^2}\sqrt{d-c}$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$x=c+\frac{a^2(d-c)}{a^2+b^2}$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$c=2,d=4,a=3,b=1$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$x=2+\frac{18}{10}=\frac{19}5$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closed interval always check the endpoints as well as the critical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inscribed in another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vertices of the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sides of the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sides of the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its area is maximum.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80   (B) 72   (C) 60   (D) 64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inscribed in another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vertices of the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sides of the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sides of the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its area is maximum.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80   (B) 72   (C) 60   (D) 64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Maximisation of area using a trigonometric parameter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Tilt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an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outer sides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their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Tilt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an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outer sides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$4\cos\theta+2\sin\theta$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$2\cos\theta+4\sin\theta$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their product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$8+10\sin2\theta$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$\theta=\angle PAB=\angle CBQ$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 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$D\in 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$PB=2\sin\theta$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$BQ=4\cos\theta$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$PA=2\cos\theta$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$AS=4\sin\theta$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$PQ=4\cos\theta+2\sin\theta$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$PS=2\cos\theta+4\sin\theta$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$=(4\cos\theta+2\sin\theta)(2\cos\theta+4\sin\theta)$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$=8\cos^2\theta+16\sin\theta\cos\theta+4\sin\theta\cos\theta+8\sin^2\theta=8+20\sin\theta\cos\theta=8+10\sin2\theta$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is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maximum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is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maximum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$=8+10=18$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$(a+b)^2=(4\cos\theta+2\sin\theta+2\cos\theta+4\sin\theta)^2=(6\cos\theta+6\sin\theta)^2=36(\sin\theta+\cos\theta)^2$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$(a+b)^2=36\cdot2=72$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Outer area = inner area + four right-angled corner triangles; then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outer rectangle is a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Outer area = inner area + four right-angled corner triangles; then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outer rectangle is a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+ four corner triangles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congruent to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congruent to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+ four corner triangles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$=8+\triangle APB+\triangle BQC+\triangle CRD+\triangle DSA$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$2\cos\theta,\ 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$2\sin\theta\cos\theta$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CRD$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congruent to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BQC$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$4\cos\theta,\ 4\sin\theta$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$8\sin\theta\cos\theta$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DSA$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congruent to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outer rectangle is a square,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$=8+2(2+8)\sin\theta\cos\theta=8+20\sin\theta\cos\theta=8+10\sin2\theta$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$a=4\cdot\frac1{\sqrt2}+2\cdot\frac1{\sqrt2}=3\sqrt2$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outer rectangle is a square,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$(a+b)^2=(6\sqrt2)^2=72$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inscribed in a rectangle with tilt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outer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outer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outer area is maximal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outer rectangle is then a square of side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maximum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products into a single sine.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maximum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$l\times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inscribed in a rectangle with tilt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outer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$l\cos\theta+w\sin\theta$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$l\sin\theta+w\cos\theta$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outer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$lw+\left(l^2+w^2\right)\sin\theta\cos\theta$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outer area is maximal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$lw+\frac{l^2+w^2}2=\frac{(l+w)^2}2$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outer rectangle is then a square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$\frac{l+w}{\sqrt2}$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$A\cos\theta+B\sin\theta$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$\sin\theta\cos\theta=\frac12\sin2\theta$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products into a single sine.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maximum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$\frac{36}2=18$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Monotonicity, Rolle's Theorem, Roots and Maxima &amp; Minima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