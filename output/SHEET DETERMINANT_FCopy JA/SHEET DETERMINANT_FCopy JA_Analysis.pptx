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Sheet1!$A$2:$A$8</c:f>
              <c:strCache>
                <c:ptCount val="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2.0</c:v>
                </c:pt>
                <c:pt idx="5">
                  <c:v>4.0</c:v>
                </c:pt>
                <c:pt idx="6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Determinants (Exercise J-A)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JA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(JEE Advanced default for single correct)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47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system of equations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STATEMENT-1: The system of equations has no solution for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and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STATEMENT-2: The determinant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  [JEE-2008]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Statement-1 is True, Statement-2 is True; Statement-2 is a correct explanation for Statement-1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Statement-1 is True, Statement-2 is True; Statement-2 is NOT a correct explanation for Statement-1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Statement-1 is True, Statement-2 is False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Statement-1 is False, Statement-2 is True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47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system of equations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$x-2y+3z=-1$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$-x+y-2z=k$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$x-3y+4z=1$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STATEMENT-1: The system of equations has no solution for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$k\neq3$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and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STATEMENT-2: The determinant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3 &amp; -1 \\ -1 &amp; -2 &amp; k \\ 1 &amp; 4 &amp; 1 \end{vmatrix}\neq 0$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$k\neq3$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  [JEE-2008]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Statement-1 is True, Statement-2 is True; Statement-2 is a correct explanation for Statement-1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Statement-1 is True, Statement-2 is True; Statement-2 is NOT a correct explanation for Statement-1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Statement-1 is True, Statement-2 is False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Statement-1 is False, Statement-2 is True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(Cramer's rule)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system is inconsistent exactly when one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system is inconsistent exactly when one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$\Delta_x,\Delta_y,\Delta_z$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coefficient determinant of the system: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coefficient determinant of the system: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1 &amp; -2 &amp; 3 \\ -1 &amp; 1 &amp; -2 \\ 1 &amp; -3 &amp; 4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either no solution or infinitely many solutions; this is decided by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determinants with the constants column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in place of a column).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in Statement-2 has columns (coefficients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(coefficients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(constants). Expanding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Statement-2 is true: the determinant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non-zero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determinant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a sign (swapping the last two columns gives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$\Delta=1(4-6)+2(-4+2)+3(3-1)=-2-4+6=0$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either no solution or infinitely many solutions; this is decided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$\Delta_x,\Delta_y,\Delta_z$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determinants with the constants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$-1,k,1$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in place of a column).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in Statement-2 has columns (coefficients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(coefficients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(constants). Expanding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$1(-2-4k)-3(-1-k)-1(-4+2)=-2-4k+3+3k+2=3-k$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Statement-2 is true: the determinant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non-zero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a sign (swapping the last two columns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$\Delta_y=k-3$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no solution; Statement-1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the determinants vanish and the system has infinitely many solutions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 (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exactly the reason for the inconsistency in Statement-1, so it is a correct explanation.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no solution; Statement-1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the determinants vanish and the system has infinitely many solutions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$x=-z-5,\ y=z-2$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exactly the reason for the inconsistency in Statement-1, so it is a correct explanation.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linear dependency among the left-hand sides; the right-hand sides must obey the same dependency.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first two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first equation from the third: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left sides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consistent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first two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$(x-2y+3z)+(-x+y-2z)=-y+z=-1+k$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first equation from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$(x-3y+4z)-(x-2y+3z)=-y+z=1-(-1)=2$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left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consistent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 (Statement-1 true);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reduces to two independent equations with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expanding the determinant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true, and it is the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non-vanishing that signals inconsistency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 (Statement-1 true);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reduces to two independent equations with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expanding the determinant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true, and it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non-vanishing that signals inconsistency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some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is no solution; if all vanish the system may still be inconsistent (e.g. parallel planes), so check the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coefficients, the system is consistent iff the constants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Assertion-Reason questions on systems, test the reason by computing it, not by recognising the shape of the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$\Delta_x,\Delta_y,\Delta_z\neq0$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is no solution; if all vanish the system may still be inconsistent (e.g. parallel planes), so check the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$\text{row}_3=\lambda\,\text{row}_1+\mu\,\text{row}_2$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coefficients, the system is consistent iff the constants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$c_3=\lambda c_1+\mu 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$\text{row}_3=2\,\text{row}_1+\text{row}_2$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$1=2(-1)+k$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Assertion-Reason questions on systems, test the reason by computing it, not by recognising the shape of the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 and One or More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integer and one or more correct); Q2 and Q4 are integer type, Q3 and Q5 one or more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have a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is.   [JEE-2010]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$(y+z)\cos3\theta=(xyz)\sin3\theta$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$x\sin3\theta=\frac{2\cos3\theta}{y}+\frac{2\sin3\theta}{z}$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$(xyz)\sin3\theta=(y+2z)\cos3\theta+y\sin3\theta$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have a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$y_0z_0\neq0$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is.   [JEE-2010]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Solution of a system of linear equations, Trigonometric equations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Solution of a system of linear equations, Trigonometric equations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$\tan3\theta=1$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equations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$xyz\sin3\theta$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equations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$y+z=0$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$\tan3\theta=1$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 the equations: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(ii)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 the equations: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$(y+z)\cos3\theta=xyz\sin3\theta$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$x\sin3\theta=\frac{2\cos3\theta}{y}+\frac{2\sin3\theta}{z}$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$xyz\sin3\theta=(y+2z)\cos3\theta+y\sin3\theta$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$(y+z)\cos3\theta=(y+2z)\cos3\theta+y\sin3\theta$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$z\cos3\theta+y\sin3\theta=0$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(ii)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$2z\cos3\theta+2y\sin3\theta=xyz\sin3\theta$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(iv), the left side of (v)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 (iv)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(iv), the left side of (v)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$2(z\cos3\theta+y\sin3\theta)=0$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$xyz\sin3\theta=0$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$(y+z)\cos3\theta=0$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 (iv)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$\tan3\theta=1$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of (i), (ii), (iii)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(iv)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values are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total number of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$0&lt;3\theta&lt;3\pi$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$3\theta=\frac{\pi}{4},\frac{5\pi}{4},\frac{9\pi}{4}$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$\theta=\frac{\pi}{12},\frac{5\pi}{12},\frac{9\pi}{12}$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of (i), (ii), (iii)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$\theta=\frac{\pi}{3},\frac{2\pi}{3}$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(iv)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$z\cos3\theta=0$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values are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total number of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combine 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(iii) first: the unknowns cancel to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with no case split.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$P=xyz\sin3\theta$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combine (ii)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 yz$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(iii) first: the unknowns cancel to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$\tan3\theta=1$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with no case split.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(i):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(iii) and 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cannot vanish together,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$P=xyz\,s$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$(y+z)c=P$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$P=(y+2z)c+ys$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 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$P=2zc+2ys$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(iii) and 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 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$(y+2z)c+ys=2zc+2ys$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$yc=ys$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cannot vanish together,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(i) and 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solution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exists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roots there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(i) and 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 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$(y+z)c=2zc+2yc$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$(y+z)c=2(y+z)c$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$(y+z)c=0$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$P=(y+z)c=0$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$(0,y,-y)$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exists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$\tan3\theta=1$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$3\theta\in(0,3\pi)$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roots there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$\frac{\pi}{4},\frac{5\pi}{4},\frac{9\pi}{4}$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per period);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equations contain a common expression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treat it as one unknown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eliminate it; the system collapses to a few linear relations.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candidate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should be tested separately: here it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$(0,m\pi)$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per period);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equations contain a common expression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treat it as one unknown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eliminate it; the system collapses to a few linear relations.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candidate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should be tested separately: here it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  [JEE-Adv.-2015]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(1+\alpha)^2 &amp; (1+2\alpha)^2 &amp; (1+3\alpha)^2 \\ (2+\alpha)^2 &amp; (2+2\alpha)^2 &amp; (2+3\alpha)^2 \\ (3+\alpha)^2 &amp; (3+2\alpha)^2 &amp; (3+3\alpha)^2 \end{vmatrix}=-648\alpha$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  [JEE-Adv.-2015]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(row and column operations)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Differences of consecutive squares are linear, so row and column differences reduce the determinant to a triangular shape.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2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row 3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row 3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1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2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row 3 (only the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column 1 is non-zero, with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2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$(3+2\alpha,\ 3+4\alpha,\ 3+6\alpha)$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row 3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$(5+2\alpha,\ 5+4\alpha,\ 5+6\alpha)$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row 3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 2,\ 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1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$\left((1+\alpha)^2,\ \alpha(2+3\alpha),\ \alpha(2+5\alpha)\right)$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2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$(3+2\alpha,\ 2\alpha,\ 2\alpha)$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 0,\ 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row 3 (only the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column 1 is non-zero, with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$2\left[\alpha(2+3\alpha)\cdot2\alpha-\alpha(2+5\alpha)\cdot2\alpha\right]=-648\alpha$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Of the options,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listed;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roots. Options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$2\alpha^2(2+3\alpha)-2\alpha^2(2+5\alpha)=-324\alpha$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$2\alpha^2(-2\alpha)=-4\alpha^3=-324\alpha$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$\alpha(\alpha^2-81)=0$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$\alpha=0,\ 9,\ 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Of the options,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listed;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roots. Options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matrix a product of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Vandermonde-type matrices.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$(i+j\alpha)^2=i^2\cdot1+2i\cdot j\alpha+1\cdot j^2\alpha^2$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matrix a product of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Vandermonde-type matrices.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each entry: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columns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each entry: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$(i+j\alpha)^2=i^2\cdot1+(2i)(j\alpha)+1\cdot(j\alpha)^2$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$(i^2,\ 2i,\ 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 j\alpha,\ j^2\alpha^2)^T$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U=2\left|\begin{matrix}1&amp;1&amp;1\\4&amp;2&amp;1\\9&amp;3&amp;1\end{matrix}\right|=2(-2)=-4$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(scale rows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options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W=\alpha\cdot\alpha^2\left|\begin{matrix}1&amp;1&amp;1\\1&amp;2&amp;3\\1&amp;4&amp;9\end{matrix}\right|=\alpha^3\cdot2=2\alpha^3$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(scale rows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$1,\alpha,\alpha^2$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$(-4)(2\alpha^3)=-8\alpha^3$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$-8\alpha^3=-648\alpha$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$\alpha(\alpha^2-81)=0$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$\alpha=0,\pm9$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options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b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that are squares of linear terms form a matrix of rank at most 3 (product of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matrices);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differences of squares of an arithmetic sequence are linear and second differences are constant: use consecutive row differences to create a constant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$x_i,y_j$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$\det\left[(x_i+y_j)^2\right]_{3\times3}=-2\,(x_1-x_2)(x_2-x_3)(x_3-x_1)\,(y_1-y_2)(y_2-y_3)(y_3-y_1)$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$y=\alpha,2\alpha,3\alpha$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that are squares of linear terms form a matrix of rank at most 3 (product of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matrices);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$(x_i+y_j)^2$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differences of squares of an arithmetic sequence are linear and second differences are constant: use consecutive row differences to create a constant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distinct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  [JEE-Adv.-2016]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distinct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x &amp; x^2 &amp; 1+x^3 \\ 2x &amp; 4x^2 &amp; 1+8x^3 \\ 3x &amp; 9x^2 &amp; 1+27x^3 \end{vmatrix}=10$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  [JEE-Adv.-2016]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(splitting a column, Vandermonde form)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third column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-terms; both parts are Vandermonde-type and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third column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-terms; both parts are Vandermonde-type and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$12x^6$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third column: the determinant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three rows: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third column: the determinant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$D_1+D_2$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$D_1=\left|\begin{matrix}x&amp;x^2&amp;1\\2x&amp;4x^2&amp;1\\3x&amp;9x^2&amp;1\end{matrix}\right|$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$D_2=\left|\begin{matrix}x&amp;x^2&amp;x^3\\2x&amp;4x^2&amp;8x^3\\3x&amp;9x^2&amp;27x^3\end{matrix}\right|$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$\left|\begin{matrix}a&amp;a^2&amp;1\\b&amp;b^2&amp;1\\c&amp;c^2&amp;1\end{matrix}\right|=(a-b)(b-c)(c-a)$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$D_1=(x-2x)(2x-3x)(3x-x)=(-x)(-x)(2x)=2x^3$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$x,2x,3x$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three rows: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$D_2=(x)(2x)(3x)\left|\begin{matrix}1&amp;x&amp;x^2\\1&amp;2x&amp;4x^2\\1&amp;3x&amp;9x^2\end{matrix}\right|=6x^3\left|\begin{matrix}1&amp;x&amp;x^2\\1&amp;2x&amp;4x^2\\1&amp;3x&amp;9x^2\end{matrix}\right|$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the column of ones to the end is a cyclic change of columns (an even permutation), so this determinant is again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distinct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the column of ones to the end is a cyclic change of columns (an even permutation), so this determinant is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$(x-2x)(2x-3x)(3x-x)=2x^3$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$D_2=6x^3\cdot2x^3=12x^6$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$2x^3+12x^6=10$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$2x^3(1+6x^3)=10$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$6t^2+t-5=0$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$(6t-5)(t+1)=0$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$x=\left(\frac56\right)^{1/3}$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distinct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Plain row reduction: subtract multiples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clear the first column; no Vandermonde lemma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Plain row reduction: subtract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$R_2,R_3$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clear the first column; no Vandermonde lemma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original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R_3-3R_1$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original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 2x^2,\ 6x^3-1)$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$1+8x^3-2(1+x^3)=6x^3-1$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 6x^2,\ 24x^3-2)$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$1+27x^3-3(1+x^3)=24x^3-2$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column 1: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equation as before; solving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2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column 1: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$=x\left[2x^2(24x^3-2)-6x^2(6x^3-1)\right]=x\cdot x^2\left[48x^3-4-36x^3+6\right]=x^3(12x^3+2)$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$2x^3(6x^3+1)=10$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equation as before; solving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2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of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Vandermonde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moving the column of ones around is a cyclic (even) permutation, so no sign change.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arithmetic-progression rows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Vandermonde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 equation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$\left|\begin{matrix}a&amp;a^2&amp;1+a^3\\b&amp;b^2&amp;1+b^3\\c&amp;c^2&amp;1+c^3\end{matrix}\right|=(a-b)(b-c)(c-a)\,(1+abc)$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of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$(a,a^2,1)$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$(1,a,a^2)$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Vandermonde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$(a-b)(b-c)(c-a)$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moving the column of ones around is a cyclic (even) permutation, so no sign change.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arithmetic-progression rows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$x,2x,3x$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Vandermonde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is(are) correct?   [JEE-Adv.-2016]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infinitely many solutions for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a unique solution for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infinitely many solutions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no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$a,\lambda,\mu\in\mathbb{R}$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$ax+2y=\lambda$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is(are) correct?   [JEE-Adv.-2016]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infinitely many solutions for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a unique solution for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infinitely many solutions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no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(Cramer's rule)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ratios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decide unique, infinite or no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ratios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$\frac{2}{-2}$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$\frac{\lambda}{\mu}$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decide unique, infinite or no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exists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$a_1x+b_1y=c_1$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$a_2x+b_2y=c_2$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exists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$\frac{a_1}{a_2}\neq\frac{b_1}{b_2}$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a3\neq\frac{2}{-2}$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solution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infinitely many solutions only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solution. So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differ, so the solution is unique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a3=\frac{2}{-2}=\frac{\lambda}{\mu}$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a3=\frac{2}{-2}\neq\frac{\lambda}{\mu}$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$\frac{2}{-2}=-1$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infinitely many solutions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$\frac\lambda\mu=-1$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solution. So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differ, so the solution is unique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equations coincide and there are infinitely many solutions.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no solution. (D) is true. Answer (B,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$\frac\lambda\mu=-1=\frac 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equations coincide and there are infinitely many solutions.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$\frac\lambda\mu\neq-1$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no solution. (D) is true. Answer (B,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two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cancels, leaving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two equations: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$(a+3)x=\lambda+\mu$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determined.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impossible, so no solution: (D) true, and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$ax+2y=\lambda$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$(a+3)x=\lambda+\mu$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$x=\frac{\lambda+\mu}{a+3}$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$y=\frac{3x-\mu}{2}$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determined.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$0=\lambda+\mu$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impossible, so no solution: (D) true, and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equation: one line, infinitely many solutions,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 (B, C, D), same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$-3x+2y=\lambda$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$3x-2y=-\lambda=\mu$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equation: one line, infinitely many solutions,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 (B, C, D), same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 if the constants follow the same ratio, otherwise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or subtracting the equations to cancel one variable shows directly which single condition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controls the outcome.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question with 'for all values of ...' needs a check at the exceptional parameter value, not only the generic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$a_1x+b_1y=c_1$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$a_2x+b_2y=c_2$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$\Delta=a_1b_2-a_2b_1$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 if the constants follow the same ratio, otherwise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or subtracting the equations to cancel one variable shows directly which single condition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controls the outcome.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question with 'for all values of ...' needs a check at the exceptional parameter value, not only the generic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matching)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nonzero real numbers that are, respectively,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terms of a harmonic progression. Consider the system of linear equations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(I)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(II)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(III)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(IV)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(P)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solution; 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solution; (R) infinitely many solutions; (S) no solution; (T) at least one solution.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The correct option is:   [JEE(Adv.)2022]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nonzero real numbers that are, respectively, the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$10^{th}$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$100^{th}$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$1000^{th}$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terms of a harmonic progression. Consider the system of linear equations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$10x+100y+1000z=0$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$qr\,x+pr\,y+pq\,z=0$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(I)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qr=10$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(II)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pr\neq100$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(III)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pq\neq10$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(IV)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pq=10$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y=\frac{10}{9},\ z=-\frac19$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solution; 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$x=\frac{10}{9},\ y=-\frac19,\ z=0$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solution; (R) infinitely many solutions; (S) no solution; (T) at least one solution.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The correct option is:   [JEE(Adv.)2022]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$(I)\to(T);\ (II)\to(R);\ (III)\to(S);\ (IV)\to(T)$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$(I)\to(Q);\ (II)\to(S);\ (III)\to(S);\ (IV)\to(R)$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$(I)\to(Q);\ (II)\to(R);\ (III)\to(P);\ (IV)\to(R)$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$(I)\to(T);\ (II)\to(S);\ (III)\to(P);\ (IV)\to(T)$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equations, Harmonic progression and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Reciprocals of an HP are in AP, and the third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(first)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(second) in its left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Reciprocals of an HP are in AP, and the third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$(a-d)\times$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(first)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 d\times$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(second) in its left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(3)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(3)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xp+\frac yq+\frac zr=0$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HP,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AP: 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(3)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999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999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999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HP,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$\frac1p,\frac1q,\frac1r$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AP: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$\frac1p=a+9d$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$\frac1q=a+99d$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$\frac1r=a+999d$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(3)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$(a+9d)x+(a+99d)y+(a+999d)z=0$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$\Delta=\left|\begin{matrix}1&amp;1&amp;1\\10&amp;100&amp;1000\\a+9d&amp;a+99d&amp;a+999d\end{matrix}\right|=0$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$\Delta_x=\left|\begin{matrix}1&amp;1&amp;1\\0&amp;100&amp;1000\\0&amp;a+99d&amp;a+999d\end{matrix}\right|=900(d-a)$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$\Delta_y=\left|\begin{matrix}1&amp;1&amp;1\\10&amp;0&amp;1000\\a+9d&amp;0&amp;a+999d\end{matrix}\right|=990(a-d)$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$\Delta_z=\left|\begin{matrix}1&amp;1&amp;1\\10&amp;100&amp;0\\a+9d&amp;a+99d&amp;0\end{matrix}\right|=90(d-a)$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Equations (1), (2) are non-parallel planes and (3) is a multiple of (2): infinitely many solutions. So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Q, R,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solution: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solution: 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solutions, so (IV)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Q, R,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qr=\frac{a+999d}{a+99d}=10\iff 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pr=\frac{a+999d}{a+9d}=100\iff 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pq=\frac{a+99d}{a+9d}=10\iff 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qr=10\Rightarrow 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$\Delta=\Delta_x=\Delta_y=\Delta_z=0$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Equations (1), (2) are non-parallel planes and (3) is a multiple of (2): infinitely many solutions. So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Q, R,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pr\neq100\Rightarrow a\neq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$\Delta_x,\Delta_y,\Delta_z\neq0$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solution: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pq\neq10\Rightarrow a\neq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solution: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pq=10\Rightarrow 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solutions, so 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Q, R,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 consistent with all four is (B): (I)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(Q), 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(S), (III)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(S), (IV)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(R); (A), (C), (D) each assign (R) or (P) to a no-solution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 consistent with all four is (B): (I)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(Q), 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(S), (III)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(S), (IV)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(R); (A), (C), (D) each assign (R) or (P) to a no-solution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equation (3)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 two equations then fix its left side to the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equation (3)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$(a-d)(x+y+z)+d(10x+100y+1000z)$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 two equations then fix its left side to the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the coefficients of (3)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of (3)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 and (2) 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(3) says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system is consistent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$\frac1p=a+9d$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the coefficients of (3)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$a+9d=(a-d)\cdot1+d\cdot10$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$a+99d=(a-d)\cdot1+d\cdot100$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$a+999d=(a-d)\cdot1+d\cdot1000$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of (3)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$(a-d)(x+y+z)+d(10x+100y+1000z)$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 and (2)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$(a-d)\cdot1+d\cdot0=a-d$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(3) says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system is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 (3)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(2), so only (1) and (2) remain: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(infinite solutions);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solution). (P) and (Q) satisfy (1), (2), hence (3)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gives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 (3)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(2), so only (1) and (2) remain: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(infinite solutions);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pr\neq100$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pq\neq10$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solution). (P) and (Q) satisfy (1), (2), hence (3)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gives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coefficients, then (3) is consistent with (1), (2)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no solution, and no determinant calculation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Reciprocals of terms of an HP form an AP,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positions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the position: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term of the AP is a multiple of the position: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hold together).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$\text{row}_3=\lambda\,\text{row}_1+\mu\,\text{row}_2$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coefficients, then (3) is consistent with (1), (2)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$c_3=\lambda c_1+\mu 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no solution, and no determinant calculation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Reciprocals of terms of an HP form an AP,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$10,100,1000$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the position: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$a+9d,\ a+99d,\ a+999d$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term of the AP is a multiple of the position: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$\frac1p=10d$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$\frac1q=100d$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$\frac1r=1000d$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$q/r=10$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$p/q=10$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$p/r=100$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hold together).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real numbers. Consider the system of linear equations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Match each entry in List-I to the correct entries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(P)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(Q)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(R)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(S)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(1) a unique solution; (2) no solution; (3) infinitely many solutions; (4)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solution; (5)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solution.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The correct option is:   [JEE(Adv.)2023]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real numbers. Consider the system of linear equations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$x+2y+z=7$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$x+\alpha z=11$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$2x-3y+\beta z=\gamma$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Match each entry in List-I to the correct entries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(P)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$\beta=\frac12(7\alpha-3)$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$\gamma=28$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(Q)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$\beta=\frac12(7\alpha-3)$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$\gamma\neq28$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(R)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$\beta\neq\frac12(7\alpha-3)$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$\gamma\neq28$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has; (S)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$\beta\neq\frac12(7\alpha-3)$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$\gamma=28$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system has.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(1) a unique solution; (2) no solution; (3) infinitely many solutions; (4)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solution; (5)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solution.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The correct option is:   [JEE(Adv.)2023]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$(P)\to(3);\ (Q)\to(2);\ (R)\to(1);\ (S)\to(4)$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$(P)\to(3);\ (Q)\to(2);\ (R)\to(5);\ (S)\to(4)$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$(P)\to(2);\ (Q)\to(1);\ (R)\to(4);\ (S)\to(5)$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$(P)\to(2);\ (Q)\to(1);\ (R)\to(1);\ (S)\to(3)$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with parameters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$D=7\alpha-2\beta-3$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$\Delta_z=56-2\gamma$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determinant: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$D=\left|\begin{matrix}1&amp;2&amp;1\\1&amp;0&amp;\alpha\\2&amp;-3&amp;\beta\end{matrix}\right|=1(3\alpha)-2(\beta-2\alpha)+1(-3)=7\alpha-2\beta-3$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$D=0\iff\beta=\frac{7\alpha-3}{2}$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infinitely many solutions: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$\beta=\frac{7\alpha-3}{2}$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$D_x=\left|\begin{matrix}7&amp;2&amp;1\\11&amp;0&amp;\alpha\\28&amp;-3&amp;\frac{7\alpha-3}{2}\end{matrix}\right|=21\alpha-\left[11(7\alpha-3)-56\alpha\right]-33=0$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$D_y=\left|\begin{matrix}1&amp;7&amp;1\\1&amp;11&amp;\alpha\\2&amp;28&amp;\frac{7\alpha-3}{2}\end{matrix}\right|$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$4\left[\frac{7\alpha-3}{2}-2\alpha\right]+(1-\alpha)(28-22)=14\alpha-6-8\alpha+6-6\alpha=0$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$D_z=\left|\begin{matrix}1&amp;2&amp;7\\1&amp;0&amp;11\\2&amp;-3&amp;\gamma\end{matrix}\right|=33-2(\gamma-22)-21=56-2\gamma$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$\beta=\frac{7\alpha-3}{2}$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infinitely many solutions: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solution: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subtracting equation 2 from equation 1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(4) and (5) fail.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Result: (P)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(3), (Q)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(2), (R)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(1), (S)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(4);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$\beta=\frac{7\alpha-3}{2}$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$\gamma\neq28$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$D_z=56-2\gamma\neq0$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solution: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$\beta\neq\frac{7\alpha-3}{2}$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subtracting equation 2 from equation 1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$\gamma\neq28$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(4) and (5) fail.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$z=\frac{\gamma-28}{\beta-2}=0$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$x=11,\ y=-2,\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Result: (P)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(3), (Q)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(2), (R)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(1), (S)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(4);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substitution to reduce the system to a single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substitution to reduce the system to a single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$(2\beta-7\alpha+3)\,z=2(\gamma-28)$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equation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equation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$x=11-\alpha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$11-\alpha z+2y+z=7$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$y=\frac{(\alpha-1)z}{2}-2$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$2(11-\alpha z)-3\left[\frac{(\alpha-1)z}{2}-2\right]+\beta z=\gamma$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$28+z\left(\beta-2\alpha-\frac{3(\alpha-1)}{2}\right)=\gamma$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infinitely many solutions (P)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solution (Q)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 is non-zero,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(R)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just (1); (S)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(4).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$(2\beta-7\alpha+3)\,z=2(\gamma-28)$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$2\beta-7\alpha+3=0$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$\beta=\frac{7\alpha-3}{2}$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$0\cdot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infinitely many solutions (P)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$\gamma\neq28$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$0=2(\gamma-28)\neq0$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solution (Q)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 is non-zero,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$z=\frac{2(\gamma-28)}{2\beta-7\alpha+3}$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$z=0\iff\gamma=28$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(R)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just (1); (S)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(4).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two unknowns to reduce a parametric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to a single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a single minor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condition under which the constants fit.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equations 1 and 2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kills option 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two unknowns to reduce a parametric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to a single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$c\,z=\rho$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$c=0=\rho$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$c=0\neq\rho$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$c=-D=2\beta-7\alpha+3$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a single minor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$D_z=56-2\gamma$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condition under which the constants fit.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equations 1 and 2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kills option 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2.81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7 questions, 26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Determinant JA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2.81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